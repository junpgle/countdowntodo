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  <p:sldId id="258" r:id="rId3"/>
    <p:sldId id="259" r:id="rId4"/>
    <p:sldId id="257" r:id="rId5"/>
  </p:sldIdLst>
  <p:sldSz cx="12192000" cy="21674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8" userDrawn="1">
          <p15:clr>
            <a:srgbClr val="A4A3A4"/>
          </p15:clr>
        </p15:guide>
        <p15:guide id="2" pos="7026" userDrawn="1">
          <p15:clr>
            <a:srgbClr val="A4A3A4"/>
          </p15:clr>
        </p15:guide>
        <p15:guide id="3" pos="615" userDrawn="1">
          <p15:clr>
            <a:srgbClr val="A4A3A4"/>
          </p15:clr>
        </p15:guide>
        <p15:guide id="4" orient="horz" pos="130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97E2"/>
    <a:srgbClr val="40D3E2"/>
    <a:srgbClr val="4076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3212" y="668"/>
      </p:cViewPr>
      <p:guideLst>
        <p:guide orient="horz" pos="658"/>
        <p:guide pos="7026"/>
        <p:guide pos="615"/>
        <p:guide orient="horz" pos="130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47135"/>
            <a:ext cx="10363200" cy="754581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83941"/>
            <a:ext cx="9144000" cy="523289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123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68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403489"/>
            <a:ext cx="10515600" cy="901583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504620"/>
            <a:ext cx="10515600" cy="474121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29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69736"/>
            <a:ext cx="5181600" cy="137520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69736"/>
            <a:ext cx="5181600" cy="137520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07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53952"/>
            <a:ext cx="10515600" cy="418933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313176"/>
            <a:ext cx="5157787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917081"/>
            <a:ext cx="5157787" cy="11644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313176"/>
            <a:ext cx="5183188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917081"/>
            <a:ext cx="5183188" cy="11644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82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2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79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20679"/>
            <a:ext cx="6172200" cy="1540268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93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20679"/>
            <a:ext cx="6172200" cy="1540268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1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64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53947"/>
            <a:ext cx="2628900" cy="183678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53947"/>
            <a:ext cx="7734300" cy="183678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3952"/>
            <a:ext cx="10515600" cy="418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69736"/>
            <a:ext cx="10515600" cy="13752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88720"/>
            <a:ext cx="41148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51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6457EF-0A5D-A923-F093-DA85A3803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04" y="12331492"/>
            <a:ext cx="3058727" cy="3058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8D4F79-7725-08AA-A4C6-401985AA89F6}"/>
              </a:ext>
            </a:extLst>
          </p:cNvPr>
          <p:cNvSpPr txBox="1"/>
          <p:nvPr/>
        </p:nvSpPr>
        <p:spPr>
          <a:xfrm>
            <a:off x="1365516" y="15763295"/>
            <a:ext cx="9940660" cy="4124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75" b="1" dirty="0" err="1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CountDownTodo</a:t>
            </a:r>
            <a:endParaRPr lang="en-US" altLang="zh-CN" sz="2475" b="1" dirty="0">
              <a:gradFill>
                <a:gsLst>
                  <a:gs pos="0">
                    <a:srgbClr val="4076E8"/>
                  </a:gs>
                  <a:gs pos="100000">
                    <a:srgbClr val="40D3E2"/>
                  </a:gs>
                </a:gsLst>
                <a:lin ang="13200000" scaled="0"/>
              </a:gradFill>
              <a:latin typeface="MiSans" pitchFamily="2" charset="-122"/>
              <a:ea typeface="MiSans" pitchFamily="2" charset="-122"/>
              <a:cs typeface="MiSans" pitchFamily="2" charset="-122"/>
            </a:endParaRPr>
          </a:p>
          <a:p>
            <a:pPr algn="ctr"/>
            <a:r>
              <a:rPr lang="zh-CN" altLang="en-US" sz="2475" b="1" dirty="0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你的个人效率提升助手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C08CD25-52C4-9941-28E1-F557A8DCB5D1}"/>
              </a:ext>
            </a:extLst>
          </p:cNvPr>
          <p:cNvGrpSpPr/>
          <p:nvPr/>
        </p:nvGrpSpPr>
        <p:grpSpPr>
          <a:xfrm>
            <a:off x="2171254" y="2440951"/>
            <a:ext cx="8081657" cy="10171816"/>
            <a:chOff x="2171254" y="2440951"/>
            <a:chExt cx="8081657" cy="10171816"/>
          </a:xfrm>
        </p:grpSpPr>
        <p:grpSp>
          <p:nvGrpSpPr>
            <p:cNvPr id="27" name="图形 7" descr="盒子 纯色填充">
              <a:extLst>
                <a:ext uri="{FF2B5EF4-FFF2-40B4-BE49-F238E27FC236}">
                  <a16:creationId xmlns:a16="http://schemas.microsoft.com/office/drawing/2014/main" id="{7EEA7ED8-762F-257D-2AEF-5B6F88BC5433}"/>
                </a:ext>
              </a:extLst>
            </p:cNvPr>
            <p:cNvGrpSpPr/>
            <p:nvPr/>
          </p:nvGrpSpPr>
          <p:grpSpPr>
            <a:xfrm>
              <a:off x="2171254" y="5836913"/>
              <a:ext cx="1051437" cy="1255352"/>
              <a:chOff x="935644" y="3374904"/>
              <a:chExt cx="628650" cy="750570"/>
            </a:xfr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</p:grpSpPr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1973A80D-9982-726A-DAF0-CC6022596F19}"/>
                  </a:ext>
                </a:extLst>
              </p:cNvPr>
              <p:cNvSpPr/>
              <p:nvPr/>
            </p:nvSpPr>
            <p:spPr>
              <a:xfrm>
                <a:off x="935644" y="3478726"/>
                <a:ext cx="457200" cy="277177"/>
              </a:xfrm>
              <a:custGeom>
                <a:avLst/>
                <a:gdLst>
                  <a:gd name="csX0" fmla="*/ 142875 w 457200"/>
                  <a:gd name="csY0" fmla="*/ 0 h 277177"/>
                  <a:gd name="csX1" fmla="*/ 0 w 457200"/>
                  <a:gd name="csY1" fmla="*/ 86678 h 277177"/>
                  <a:gd name="csX2" fmla="*/ 314325 w 457200"/>
                  <a:gd name="csY2" fmla="*/ 277178 h 277177"/>
                  <a:gd name="csX3" fmla="*/ 457200 w 457200"/>
                  <a:gd name="csY3" fmla="*/ 190500 h 277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7200" h="277177">
                    <a:moveTo>
                      <a:pt x="142875" y="0"/>
                    </a:moveTo>
                    <a:lnTo>
                      <a:pt x="0" y="86678"/>
                    </a:lnTo>
                    <a:lnTo>
                      <a:pt x="314325" y="277178"/>
                    </a:lnTo>
                    <a:lnTo>
                      <a:pt x="457200" y="1905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6536D5E2-0690-E297-9F88-3B475125907D}"/>
                  </a:ext>
                </a:extLst>
              </p:cNvPr>
              <p:cNvSpPr/>
              <p:nvPr/>
            </p:nvSpPr>
            <p:spPr>
              <a:xfrm>
                <a:off x="1114713" y="3374904"/>
                <a:ext cx="449580" cy="272415"/>
              </a:xfrm>
              <a:custGeom>
                <a:avLst/>
                <a:gdLst>
                  <a:gd name="csX0" fmla="*/ 449580 w 449580"/>
                  <a:gd name="csY0" fmla="*/ 190500 h 272415"/>
                  <a:gd name="csX1" fmla="*/ 135255 w 449580"/>
                  <a:gd name="csY1" fmla="*/ 0 h 272415"/>
                  <a:gd name="csX2" fmla="*/ 0 w 449580"/>
                  <a:gd name="csY2" fmla="*/ 81915 h 272415"/>
                  <a:gd name="csX3" fmla="*/ 314325 w 449580"/>
                  <a:gd name="csY3" fmla="*/ 272415 h 272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9580" h="272415">
                    <a:moveTo>
                      <a:pt x="449580" y="190500"/>
                    </a:moveTo>
                    <a:lnTo>
                      <a:pt x="135255" y="0"/>
                    </a:lnTo>
                    <a:lnTo>
                      <a:pt x="0" y="81915"/>
                    </a:lnTo>
                    <a:lnTo>
                      <a:pt x="314325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67E8F90D-D806-41FD-F6EC-36C31B769CAF}"/>
                  </a:ext>
                </a:extLst>
              </p:cNvPr>
              <p:cNvSpPr/>
              <p:nvPr/>
            </p:nvSpPr>
            <p:spPr>
              <a:xfrm>
                <a:off x="935644" y="3610171"/>
                <a:ext cx="295275" cy="515302"/>
              </a:xfrm>
              <a:custGeom>
                <a:avLst/>
                <a:gdLst>
                  <a:gd name="csX0" fmla="*/ 0 w 295275"/>
                  <a:gd name="csY0" fmla="*/ 31432 h 515302"/>
                  <a:gd name="csX1" fmla="*/ 0 w 295275"/>
                  <a:gd name="csY1" fmla="*/ 336233 h 515302"/>
                  <a:gd name="csX2" fmla="*/ 295275 w 295275"/>
                  <a:gd name="csY2" fmla="*/ 515303 h 515302"/>
                  <a:gd name="csX3" fmla="*/ 295275 w 295275"/>
                  <a:gd name="csY3" fmla="*/ 179070 h 515302"/>
                  <a:gd name="csX4" fmla="*/ 0 w 295275"/>
                  <a:gd name="csY4" fmla="*/ 0 h 515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5275" h="515302">
                    <a:moveTo>
                      <a:pt x="0" y="31432"/>
                    </a:moveTo>
                    <a:lnTo>
                      <a:pt x="0" y="336233"/>
                    </a:lnTo>
                    <a:lnTo>
                      <a:pt x="295275" y="515303"/>
                    </a:lnTo>
                    <a:lnTo>
                      <a:pt x="295275" y="17907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E58E22A4-C6A7-2334-C5D6-27E3AA378988}"/>
                  </a:ext>
                </a:extLst>
              </p:cNvPr>
              <p:cNvSpPr/>
              <p:nvPr/>
            </p:nvSpPr>
            <p:spPr>
              <a:xfrm>
                <a:off x="1269019" y="3610171"/>
                <a:ext cx="295275" cy="515302"/>
              </a:xfrm>
              <a:custGeom>
                <a:avLst/>
                <a:gdLst>
                  <a:gd name="csX0" fmla="*/ 104775 w 295275"/>
                  <a:gd name="csY0" fmla="*/ 231458 h 515302"/>
                  <a:gd name="csX1" fmla="*/ 38100 w 295275"/>
                  <a:gd name="csY1" fmla="*/ 269558 h 515302"/>
                  <a:gd name="csX2" fmla="*/ 38100 w 295275"/>
                  <a:gd name="csY2" fmla="*/ 202883 h 515302"/>
                  <a:gd name="csX3" fmla="*/ 104775 w 295275"/>
                  <a:gd name="csY3" fmla="*/ 164783 h 515302"/>
                  <a:gd name="csX4" fmla="*/ 104775 w 295275"/>
                  <a:gd name="csY4" fmla="*/ 231458 h 515302"/>
                  <a:gd name="csX5" fmla="*/ 0 w 295275"/>
                  <a:gd name="csY5" fmla="*/ 179070 h 515302"/>
                  <a:gd name="csX6" fmla="*/ 0 w 295275"/>
                  <a:gd name="csY6" fmla="*/ 515303 h 515302"/>
                  <a:gd name="csX7" fmla="*/ 295275 w 295275"/>
                  <a:gd name="csY7" fmla="*/ 336233 h 515302"/>
                  <a:gd name="csX8" fmla="*/ 295275 w 295275"/>
                  <a:gd name="csY8" fmla="*/ 0 h 515302"/>
                  <a:gd name="csX9" fmla="*/ 0 w 295275"/>
                  <a:gd name="csY9" fmla="*/ 179070 h 515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95275" h="515302">
                    <a:moveTo>
                      <a:pt x="104775" y="231458"/>
                    </a:moveTo>
                    <a:lnTo>
                      <a:pt x="38100" y="269558"/>
                    </a:lnTo>
                    <a:lnTo>
                      <a:pt x="38100" y="202883"/>
                    </a:lnTo>
                    <a:lnTo>
                      <a:pt x="104775" y="164783"/>
                    </a:lnTo>
                    <a:lnTo>
                      <a:pt x="104775" y="231458"/>
                    </a:lnTo>
                    <a:close/>
                    <a:moveTo>
                      <a:pt x="0" y="179070"/>
                    </a:moveTo>
                    <a:lnTo>
                      <a:pt x="0" y="515303"/>
                    </a:lnTo>
                    <a:lnTo>
                      <a:pt x="295275" y="336233"/>
                    </a:lnTo>
                    <a:lnTo>
                      <a:pt x="295275" y="0"/>
                    </a:lnTo>
                    <a:lnTo>
                      <a:pt x="0" y="1790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</p:grp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B386C40-6EBC-1E22-9EF3-FDAAF7699ACB}"/>
                </a:ext>
              </a:extLst>
            </p:cNvPr>
            <p:cNvSpPr/>
            <p:nvPr/>
          </p:nvSpPr>
          <p:spPr>
            <a:xfrm>
              <a:off x="5595557" y="3212004"/>
              <a:ext cx="634047" cy="186390"/>
            </a:xfrm>
            <a:custGeom>
              <a:avLst/>
              <a:gdLst>
                <a:gd name="csX0" fmla="*/ 345758 w 379094"/>
                <a:gd name="csY0" fmla="*/ 0 h 111442"/>
                <a:gd name="csX1" fmla="*/ 33338 w 379094"/>
                <a:gd name="csY1" fmla="*/ 0 h 111442"/>
                <a:gd name="csX2" fmla="*/ 0 w 379094"/>
                <a:gd name="csY2" fmla="*/ 33337 h 111442"/>
                <a:gd name="csX3" fmla="*/ 33338 w 379094"/>
                <a:gd name="csY3" fmla="*/ 66675 h 111442"/>
                <a:gd name="csX4" fmla="*/ 187643 w 379094"/>
                <a:gd name="csY4" fmla="*/ 66675 h 111442"/>
                <a:gd name="csX5" fmla="*/ 235268 w 379094"/>
                <a:gd name="csY5" fmla="*/ 111443 h 111442"/>
                <a:gd name="csX6" fmla="*/ 283845 w 379094"/>
                <a:gd name="csY6" fmla="*/ 66675 h 111442"/>
                <a:gd name="csX7" fmla="*/ 345758 w 379094"/>
                <a:gd name="csY7" fmla="*/ 66675 h 111442"/>
                <a:gd name="csX8" fmla="*/ 379095 w 379094"/>
                <a:gd name="csY8" fmla="*/ 33337 h 111442"/>
                <a:gd name="csX9" fmla="*/ 345758 w 379094"/>
                <a:gd name="csY9" fmla="*/ 0 h 1114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9094" h="111442">
                  <a:moveTo>
                    <a:pt x="345758" y="0"/>
                  </a:moveTo>
                  <a:lnTo>
                    <a:pt x="33338" y="0"/>
                  </a:lnTo>
                  <a:cubicBezTo>
                    <a:pt x="15240" y="0"/>
                    <a:pt x="0" y="15240"/>
                    <a:pt x="0" y="33337"/>
                  </a:cubicBezTo>
                  <a:cubicBezTo>
                    <a:pt x="0" y="51435"/>
                    <a:pt x="15240" y="66675"/>
                    <a:pt x="33338" y="66675"/>
                  </a:cubicBezTo>
                  <a:lnTo>
                    <a:pt x="187643" y="66675"/>
                  </a:lnTo>
                  <a:lnTo>
                    <a:pt x="235268" y="111443"/>
                  </a:lnTo>
                  <a:lnTo>
                    <a:pt x="283845" y="66675"/>
                  </a:lnTo>
                  <a:lnTo>
                    <a:pt x="345758" y="66675"/>
                  </a:lnTo>
                  <a:cubicBezTo>
                    <a:pt x="363855" y="66675"/>
                    <a:pt x="379095" y="51435"/>
                    <a:pt x="379095" y="33337"/>
                  </a:cubicBezTo>
                  <a:cubicBezTo>
                    <a:pt x="379095" y="15240"/>
                    <a:pt x="363855" y="0"/>
                    <a:pt x="34575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97FBAD58-A8B2-B51F-52E3-C4EC4641BCE3}"/>
                </a:ext>
              </a:extLst>
            </p:cNvPr>
            <p:cNvSpPr/>
            <p:nvPr/>
          </p:nvSpPr>
          <p:spPr>
            <a:xfrm>
              <a:off x="5592371" y="3382464"/>
              <a:ext cx="635641" cy="149750"/>
            </a:xfrm>
            <a:custGeom>
              <a:avLst/>
              <a:gdLst>
                <a:gd name="csX0" fmla="*/ 235268 w 380047"/>
                <a:gd name="csY0" fmla="*/ 60960 h 89535"/>
                <a:gd name="csX1" fmla="*/ 169545 w 380047"/>
                <a:gd name="csY1" fmla="*/ 0 h 89535"/>
                <a:gd name="csX2" fmla="*/ 0 w 380047"/>
                <a:gd name="csY2" fmla="*/ 0 h 89535"/>
                <a:gd name="csX3" fmla="*/ 0 w 380047"/>
                <a:gd name="csY3" fmla="*/ 44767 h 89535"/>
                <a:gd name="csX4" fmla="*/ 44768 w 380047"/>
                <a:gd name="csY4" fmla="*/ 89535 h 89535"/>
                <a:gd name="csX5" fmla="*/ 335280 w 380047"/>
                <a:gd name="csY5" fmla="*/ 89535 h 89535"/>
                <a:gd name="csX6" fmla="*/ 380048 w 380047"/>
                <a:gd name="csY6" fmla="*/ 44767 h 89535"/>
                <a:gd name="csX7" fmla="*/ 380048 w 380047"/>
                <a:gd name="csY7" fmla="*/ 0 h 89535"/>
                <a:gd name="csX8" fmla="*/ 301943 w 380047"/>
                <a:gd name="csY8" fmla="*/ 0 h 89535"/>
                <a:gd name="csX9" fmla="*/ 235268 w 380047"/>
                <a:gd name="csY9" fmla="*/ 60960 h 89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047" h="89535">
                  <a:moveTo>
                    <a:pt x="235268" y="60960"/>
                  </a:moveTo>
                  <a:lnTo>
                    <a:pt x="169545" y="0"/>
                  </a:lnTo>
                  <a:lnTo>
                    <a:pt x="0" y="0"/>
                  </a:lnTo>
                  <a:lnTo>
                    <a:pt x="0" y="44767"/>
                  </a:lnTo>
                  <a:cubicBezTo>
                    <a:pt x="0" y="69532"/>
                    <a:pt x="20002" y="89535"/>
                    <a:pt x="44768" y="89535"/>
                  </a:cubicBezTo>
                  <a:lnTo>
                    <a:pt x="335280" y="89535"/>
                  </a:lnTo>
                  <a:cubicBezTo>
                    <a:pt x="360045" y="89535"/>
                    <a:pt x="380048" y="69532"/>
                    <a:pt x="380048" y="44767"/>
                  </a:cubicBezTo>
                  <a:lnTo>
                    <a:pt x="380048" y="0"/>
                  </a:lnTo>
                  <a:lnTo>
                    <a:pt x="301943" y="0"/>
                  </a:lnTo>
                  <a:lnTo>
                    <a:pt x="235268" y="6096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3F8A5E0C-EF6C-9E48-36B1-45639FA88A5C}"/>
                </a:ext>
              </a:extLst>
            </p:cNvPr>
            <p:cNvSpPr/>
            <p:nvPr/>
          </p:nvSpPr>
          <p:spPr>
            <a:xfrm>
              <a:off x="5592370" y="2906132"/>
              <a:ext cx="634047" cy="242149"/>
            </a:xfrm>
            <a:custGeom>
              <a:avLst/>
              <a:gdLst>
                <a:gd name="csX0" fmla="*/ 189548 w 379094"/>
                <a:gd name="csY0" fmla="*/ 0 h 144780"/>
                <a:gd name="csX1" fmla="*/ 0 w 379094"/>
                <a:gd name="csY1" fmla="*/ 144780 h 144780"/>
                <a:gd name="csX2" fmla="*/ 379095 w 379094"/>
                <a:gd name="csY2" fmla="*/ 144780 h 144780"/>
                <a:gd name="csX3" fmla="*/ 189548 w 379094"/>
                <a:gd name="csY3" fmla="*/ 0 h 144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9094" h="144780">
                  <a:moveTo>
                    <a:pt x="189548" y="0"/>
                  </a:moveTo>
                  <a:cubicBezTo>
                    <a:pt x="84773" y="0"/>
                    <a:pt x="0" y="40005"/>
                    <a:pt x="0" y="144780"/>
                  </a:cubicBezTo>
                  <a:lnTo>
                    <a:pt x="379095" y="144780"/>
                  </a:lnTo>
                  <a:cubicBezTo>
                    <a:pt x="379095" y="40957"/>
                    <a:pt x="294323" y="0"/>
                    <a:pt x="18954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052073F-56DA-0974-D3FE-334D383D3A10}"/>
                </a:ext>
              </a:extLst>
            </p:cNvPr>
            <p:cNvSpPr/>
            <p:nvPr/>
          </p:nvSpPr>
          <p:spPr>
            <a:xfrm>
              <a:off x="6022503" y="2440951"/>
              <a:ext cx="659538" cy="1092857"/>
            </a:xfrm>
            <a:custGeom>
              <a:avLst/>
              <a:gdLst>
                <a:gd name="csX0" fmla="*/ 388620 w 394335"/>
                <a:gd name="csY0" fmla="*/ 32385 h 653415"/>
                <a:gd name="csX1" fmla="*/ 388620 w 394335"/>
                <a:gd name="csY1" fmla="*/ 5715 h 653415"/>
                <a:gd name="csX2" fmla="*/ 361950 w 394335"/>
                <a:gd name="csY2" fmla="*/ 5715 h 653415"/>
                <a:gd name="csX3" fmla="*/ 266700 w 394335"/>
                <a:gd name="csY3" fmla="*/ 103823 h 653415"/>
                <a:gd name="csX4" fmla="*/ 262890 w 394335"/>
                <a:gd name="csY4" fmla="*/ 139065 h 653415"/>
                <a:gd name="csX5" fmla="*/ 0 w 394335"/>
                <a:gd name="csY5" fmla="*/ 139065 h 653415"/>
                <a:gd name="csX6" fmla="*/ 0 w 394335"/>
                <a:gd name="csY6" fmla="*/ 167640 h 653415"/>
                <a:gd name="csX7" fmla="*/ 6668 w 394335"/>
                <a:gd name="csY7" fmla="*/ 248603 h 653415"/>
                <a:gd name="csX8" fmla="*/ 160973 w 394335"/>
                <a:gd name="csY8" fmla="*/ 424815 h 653415"/>
                <a:gd name="csX9" fmla="*/ 160973 w 394335"/>
                <a:gd name="csY9" fmla="*/ 608648 h 653415"/>
                <a:gd name="csX10" fmla="*/ 147638 w 394335"/>
                <a:gd name="csY10" fmla="*/ 653415 h 653415"/>
                <a:gd name="csX11" fmla="*/ 305753 w 394335"/>
                <a:gd name="csY11" fmla="*/ 653415 h 653415"/>
                <a:gd name="csX12" fmla="*/ 343853 w 394335"/>
                <a:gd name="csY12" fmla="*/ 167640 h 653415"/>
                <a:gd name="csX13" fmla="*/ 343853 w 394335"/>
                <a:gd name="csY13" fmla="*/ 139065 h 653415"/>
                <a:gd name="csX14" fmla="*/ 303847 w 394335"/>
                <a:gd name="csY14" fmla="*/ 139065 h 653415"/>
                <a:gd name="csX15" fmla="*/ 305753 w 394335"/>
                <a:gd name="csY15" fmla="*/ 120015 h 653415"/>
                <a:gd name="csX16" fmla="*/ 388620 w 394335"/>
                <a:gd name="csY16" fmla="*/ 32385 h 65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94335" h="653415">
                  <a:moveTo>
                    <a:pt x="388620" y="32385"/>
                  </a:moveTo>
                  <a:cubicBezTo>
                    <a:pt x="396240" y="24765"/>
                    <a:pt x="396240" y="13335"/>
                    <a:pt x="388620" y="5715"/>
                  </a:cubicBezTo>
                  <a:cubicBezTo>
                    <a:pt x="381000" y="-1905"/>
                    <a:pt x="369570" y="-1905"/>
                    <a:pt x="361950" y="5715"/>
                  </a:cubicBezTo>
                  <a:lnTo>
                    <a:pt x="266700" y="103823"/>
                  </a:lnTo>
                  <a:lnTo>
                    <a:pt x="262890" y="139065"/>
                  </a:lnTo>
                  <a:lnTo>
                    <a:pt x="0" y="139065"/>
                  </a:lnTo>
                  <a:lnTo>
                    <a:pt x="0" y="167640"/>
                  </a:lnTo>
                  <a:lnTo>
                    <a:pt x="6668" y="248603"/>
                  </a:lnTo>
                  <a:cubicBezTo>
                    <a:pt x="104775" y="268605"/>
                    <a:pt x="160973" y="331470"/>
                    <a:pt x="160973" y="424815"/>
                  </a:cubicBezTo>
                  <a:lnTo>
                    <a:pt x="160973" y="608648"/>
                  </a:lnTo>
                  <a:cubicBezTo>
                    <a:pt x="160973" y="624840"/>
                    <a:pt x="156210" y="640080"/>
                    <a:pt x="147638" y="653415"/>
                  </a:cubicBezTo>
                  <a:lnTo>
                    <a:pt x="305753" y="653415"/>
                  </a:lnTo>
                  <a:lnTo>
                    <a:pt x="343853" y="167640"/>
                  </a:lnTo>
                  <a:lnTo>
                    <a:pt x="343853" y="139065"/>
                  </a:lnTo>
                  <a:lnTo>
                    <a:pt x="303847" y="139065"/>
                  </a:lnTo>
                  <a:lnTo>
                    <a:pt x="305753" y="120015"/>
                  </a:lnTo>
                  <a:lnTo>
                    <a:pt x="388620" y="32385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3F1C39BD-0F10-CD02-746A-65F96775EF18}"/>
                </a:ext>
              </a:extLst>
            </p:cNvPr>
            <p:cNvSpPr/>
            <p:nvPr/>
          </p:nvSpPr>
          <p:spPr>
            <a:xfrm>
              <a:off x="9118727" y="5689549"/>
              <a:ext cx="1134184" cy="1274469"/>
            </a:xfrm>
            <a:custGeom>
              <a:avLst/>
              <a:gdLst>
                <a:gd name="csX0" fmla="*/ 65625 w 678124"/>
                <a:gd name="csY0" fmla="*/ 114300 h 762000"/>
                <a:gd name="csX1" fmla="*/ 185937 w 678124"/>
                <a:gd name="csY1" fmla="*/ 114300 h 762000"/>
                <a:gd name="csX2" fmla="*/ 185937 w 678124"/>
                <a:gd name="csY2" fmla="*/ 171450 h 762000"/>
                <a:gd name="csX3" fmla="*/ 492187 w 678124"/>
                <a:gd name="csY3" fmla="*/ 171450 h 762000"/>
                <a:gd name="csX4" fmla="*/ 492187 w 678124"/>
                <a:gd name="csY4" fmla="*/ 114300 h 762000"/>
                <a:gd name="csX5" fmla="*/ 612499 w 678124"/>
                <a:gd name="csY5" fmla="*/ 114300 h 762000"/>
                <a:gd name="csX6" fmla="*/ 612499 w 678124"/>
                <a:gd name="csY6" fmla="*/ 704850 h 762000"/>
                <a:gd name="csX7" fmla="*/ 65625 w 678124"/>
                <a:gd name="csY7" fmla="*/ 704850 h 762000"/>
                <a:gd name="csX8" fmla="*/ 65625 w 678124"/>
                <a:gd name="csY8" fmla="*/ 114300 h 762000"/>
                <a:gd name="csX9" fmla="*/ 340156 w 678124"/>
                <a:gd name="csY9" fmla="*/ 38100 h 762000"/>
                <a:gd name="csX10" fmla="*/ 371875 w 678124"/>
                <a:gd name="csY10" fmla="*/ 66675 h 762000"/>
                <a:gd name="csX11" fmla="*/ 339062 w 678124"/>
                <a:gd name="csY11" fmla="*/ 95250 h 762000"/>
                <a:gd name="csX12" fmla="*/ 306250 w 678124"/>
                <a:gd name="csY12" fmla="*/ 66675 h 762000"/>
                <a:gd name="csX13" fmla="*/ 340156 w 678124"/>
                <a:gd name="csY13" fmla="*/ 38100 h 762000"/>
                <a:gd name="csX14" fmla="*/ 0 w 678124"/>
                <a:gd name="csY14" fmla="*/ 95250 h 762000"/>
                <a:gd name="csX15" fmla="*/ 0 w 678124"/>
                <a:gd name="csY15" fmla="*/ 723900 h 762000"/>
                <a:gd name="csX16" fmla="*/ 43750 w 678124"/>
                <a:gd name="csY16" fmla="*/ 762000 h 762000"/>
                <a:gd name="csX17" fmla="*/ 634374 w 678124"/>
                <a:gd name="csY17" fmla="*/ 762000 h 762000"/>
                <a:gd name="csX18" fmla="*/ 678124 w 678124"/>
                <a:gd name="csY18" fmla="*/ 723900 h 762000"/>
                <a:gd name="csX19" fmla="*/ 678124 w 678124"/>
                <a:gd name="csY19" fmla="*/ 95250 h 762000"/>
                <a:gd name="csX20" fmla="*/ 634374 w 678124"/>
                <a:gd name="csY20" fmla="*/ 57150 h 762000"/>
                <a:gd name="csX21" fmla="*/ 448437 w 678124"/>
                <a:gd name="csY21" fmla="*/ 57150 h 762000"/>
                <a:gd name="csX22" fmla="*/ 448437 w 678124"/>
                <a:gd name="csY22" fmla="*/ 38100 h 762000"/>
                <a:gd name="csX23" fmla="*/ 404687 w 678124"/>
                <a:gd name="csY23" fmla="*/ 0 h 762000"/>
                <a:gd name="csX24" fmla="*/ 273437 w 678124"/>
                <a:gd name="csY24" fmla="*/ 0 h 762000"/>
                <a:gd name="csX25" fmla="*/ 229687 w 678124"/>
                <a:gd name="csY25" fmla="*/ 38100 h 762000"/>
                <a:gd name="csX26" fmla="*/ 229687 w 678124"/>
                <a:gd name="csY26" fmla="*/ 57150 h 762000"/>
                <a:gd name="csX27" fmla="*/ 43750 w 678124"/>
                <a:gd name="csY27" fmla="*/ 57150 h 762000"/>
                <a:gd name="csX28" fmla="*/ 0 w 678124"/>
                <a:gd name="csY28" fmla="*/ 9525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78124" h="762000">
                  <a:moveTo>
                    <a:pt x="65625" y="114300"/>
                  </a:moveTo>
                  <a:lnTo>
                    <a:pt x="185937" y="114300"/>
                  </a:lnTo>
                  <a:lnTo>
                    <a:pt x="185937" y="171450"/>
                  </a:lnTo>
                  <a:lnTo>
                    <a:pt x="492187" y="171450"/>
                  </a:lnTo>
                  <a:lnTo>
                    <a:pt x="492187" y="114300"/>
                  </a:lnTo>
                  <a:lnTo>
                    <a:pt x="612499" y="114300"/>
                  </a:lnTo>
                  <a:lnTo>
                    <a:pt x="612499" y="704850"/>
                  </a:lnTo>
                  <a:lnTo>
                    <a:pt x="65625" y="704850"/>
                  </a:lnTo>
                  <a:lnTo>
                    <a:pt x="65625" y="114300"/>
                  </a:lnTo>
                  <a:close/>
                  <a:moveTo>
                    <a:pt x="340156" y="38100"/>
                  </a:moveTo>
                  <a:cubicBezTo>
                    <a:pt x="357656" y="38100"/>
                    <a:pt x="371875" y="51435"/>
                    <a:pt x="371875" y="66675"/>
                  </a:cubicBezTo>
                  <a:cubicBezTo>
                    <a:pt x="371875" y="82868"/>
                    <a:pt x="357656" y="95250"/>
                    <a:pt x="339062" y="95250"/>
                  </a:cubicBezTo>
                  <a:cubicBezTo>
                    <a:pt x="320468" y="95250"/>
                    <a:pt x="306250" y="82868"/>
                    <a:pt x="306250" y="66675"/>
                  </a:cubicBezTo>
                  <a:cubicBezTo>
                    <a:pt x="306250" y="50483"/>
                    <a:pt x="320468" y="38100"/>
                    <a:pt x="340156" y="38100"/>
                  </a:cubicBezTo>
                  <a:close/>
                  <a:moveTo>
                    <a:pt x="0" y="95250"/>
                  </a:moveTo>
                  <a:lnTo>
                    <a:pt x="0" y="723900"/>
                  </a:lnTo>
                  <a:cubicBezTo>
                    <a:pt x="0" y="744855"/>
                    <a:pt x="19687" y="762000"/>
                    <a:pt x="43750" y="762000"/>
                  </a:cubicBezTo>
                  <a:lnTo>
                    <a:pt x="634374" y="762000"/>
                  </a:lnTo>
                  <a:cubicBezTo>
                    <a:pt x="658437" y="762000"/>
                    <a:pt x="678124" y="744855"/>
                    <a:pt x="678124" y="723900"/>
                  </a:cubicBezTo>
                  <a:lnTo>
                    <a:pt x="678124" y="95250"/>
                  </a:lnTo>
                  <a:cubicBezTo>
                    <a:pt x="678124" y="74295"/>
                    <a:pt x="658437" y="57150"/>
                    <a:pt x="634374" y="57150"/>
                  </a:cubicBezTo>
                  <a:lnTo>
                    <a:pt x="448437" y="57150"/>
                  </a:lnTo>
                  <a:lnTo>
                    <a:pt x="448437" y="38100"/>
                  </a:lnTo>
                  <a:cubicBezTo>
                    <a:pt x="448437" y="17145"/>
                    <a:pt x="428750" y="0"/>
                    <a:pt x="404687" y="0"/>
                  </a:cubicBezTo>
                  <a:lnTo>
                    <a:pt x="273437" y="0"/>
                  </a:lnTo>
                  <a:cubicBezTo>
                    <a:pt x="249375" y="0"/>
                    <a:pt x="229687" y="17145"/>
                    <a:pt x="229687" y="38100"/>
                  </a:cubicBezTo>
                  <a:lnTo>
                    <a:pt x="229687" y="57150"/>
                  </a:lnTo>
                  <a:lnTo>
                    <a:pt x="43750" y="57150"/>
                  </a:lnTo>
                  <a:cubicBezTo>
                    <a:pt x="19687" y="57150"/>
                    <a:pt x="0" y="74295"/>
                    <a:pt x="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7E0C1AD-FD7F-76C4-D440-942691D4D384}"/>
                </a:ext>
              </a:extLst>
            </p:cNvPr>
            <p:cNvSpPr/>
            <p:nvPr/>
          </p:nvSpPr>
          <p:spPr>
            <a:xfrm>
              <a:off x="9338248" y="6103752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8994CEBC-25A4-0B12-ABD9-5791A463ECCE}"/>
                </a:ext>
              </a:extLst>
            </p:cNvPr>
            <p:cNvSpPr/>
            <p:nvPr/>
          </p:nvSpPr>
          <p:spPr>
            <a:xfrm>
              <a:off x="9338248" y="6294922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89DAD065-8BD8-940F-405C-229033E58823}"/>
                </a:ext>
              </a:extLst>
            </p:cNvPr>
            <p:cNvSpPr/>
            <p:nvPr/>
          </p:nvSpPr>
          <p:spPr>
            <a:xfrm>
              <a:off x="9338248" y="6486093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614CFF9-699C-73AB-7A6B-972181756EF1}"/>
                </a:ext>
              </a:extLst>
            </p:cNvPr>
            <p:cNvSpPr/>
            <p:nvPr/>
          </p:nvSpPr>
          <p:spPr>
            <a:xfrm>
              <a:off x="9338248" y="6677263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ACC1E3BE-A1DF-73C9-32ED-DCAA10816922}"/>
                </a:ext>
              </a:extLst>
            </p:cNvPr>
            <p:cNvSpPr/>
            <p:nvPr/>
          </p:nvSpPr>
          <p:spPr>
            <a:xfrm>
              <a:off x="9775457" y="6035249"/>
              <a:ext cx="245130" cy="172052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7EE8DE5E-0692-AE16-3C4F-82D6FCAFAB65}"/>
                </a:ext>
              </a:extLst>
            </p:cNvPr>
            <p:cNvSpPr/>
            <p:nvPr/>
          </p:nvSpPr>
          <p:spPr>
            <a:xfrm>
              <a:off x="9775457" y="6226419"/>
              <a:ext cx="245130" cy="172052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5CB2D18B-4BA4-1B42-81BB-B334045C8B69}"/>
                </a:ext>
              </a:extLst>
            </p:cNvPr>
            <p:cNvSpPr/>
            <p:nvPr/>
          </p:nvSpPr>
          <p:spPr>
            <a:xfrm>
              <a:off x="9775457" y="6417590"/>
              <a:ext cx="245130" cy="172052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EA9B7343-FE55-679D-D4E8-AA04CA6D8635}"/>
                </a:ext>
              </a:extLst>
            </p:cNvPr>
            <p:cNvSpPr/>
            <p:nvPr/>
          </p:nvSpPr>
          <p:spPr>
            <a:xfrm>
              <a:off x="9775457" y="6608759"/>
              <a:ext cx="245130" cy="172053"/>
            </a:xfrm>
            <a:custGeom>
              <a:avLst/>
              <a:gdLst>
                <a:gd name="csX0" fmla="*/ 0 w 146562"/>
                <a:gd name="csY0" fmla="*/ 58103 h 102870"/>
                <a:gd name="csX1" fmla="*/ 22969 w 146562"/>
                <a:gd name="csY1" fmla="*/ 38100 h 102870"/>
                <a:gd name="csX2" fmla="*/ 51406 w 146562"/>
                <a:gd name="csY2" fmla="*/ 62865 h 102870"/>
                <a:gd name="csX3" fmla="*/ 123594 w 146562"/>
                <a:gd name="csY3" fmla="*/ 0 h 102870"/>
                <a:gd name="csX4" fmla="*/ 146562 w 146562"/>
                <a:gd name="csY4" fmla="*/ 20003 h 102870"/>
                <a:gd name="csX5" fmla="*/ 51406 w 146562"/>
                <a:gd name="csY5" fmla="*/ 102870 h 102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70">
                  <a:moveTo>
                    <a:pt x="0" y="58103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3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7808077D-7F6E-5016-2CA4-76CF863089C5}"/>
                </a:ext>
              </a:extLst>
            </p:cNvPr>
            <p:cNvSpPr/>
            <p:nvPr/>
          </p:nvSpPr>
          <p:spPr>
            <a:xfrm rot="19078378">
              <a:off x="3388642" y="4542096"/>
              <a:ext cx="247469" cy="201015"/>
            </a:xfrm>
            <a:custGeom>
              <a:avLst/>
              <a:gdLst>
                <a:gd name="csX0" fmla="*/ 147961 w 147961"/>
                <a:gd name="csY0" fmla="*/ 60093 h 120186"/>
                <a:gd name="csX1" fmla="*/ 73981 w 147961"/>
                <a:gd name="csY1" fmla="*/ 120186 h 120186"/>
                <a:gd name="csX2" fmla="*/ 0 w 147961"/>
                <a:gd name="csY2" fmla="*/ 60093 h 120186"/>
                <a:gd name="csX3" fmla="*/ 73981 w 147961"/>
                <a:gd name="csY3" fmla="*/ 0 h 120186"/>
                <a:gd name="csX4" fmla="*/ 147961 w 147961"/>
                <a:gd name="csY4" fmla="*/ 60093 h 120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7961" h="120186">
                  <a:moveTo>
                    <a:pt x="147961" y="60093"/>
                  </a:moveTo>
                  <a:cubicBezTo>
                    <a:pt x="147961" y="93282"/>
                    <a:pt x="114839" y="120186"/>
                    <a:pt x="73981" y="120186"/>
                  </a:cubicBezTo>
                  <a:cubicBezTo>
                    <a:pt x="33122" y="120186"/>
                    <a:pt x="0" y="93282"/>
                    <a:pt x="0" y="60093"/>
                  </a:cubicBezTo>
                  <a:cubicBezTo>
                    <a:pt x="0" y="26905"/>
                    <a:pt x="33122" y="0"/>
                    <a:pt x="73981" y="0"/>
                  </a:cubicBezTo>
                  <a:cubicBezTo>
                    <a:pt x="114839" y="0"/>
                    <a:pt x="147961" y="26905"/>
                    <a:pt x="147961" y="60093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DD1F6B82-BFEC-482D-F0A7-7E798136408B}"/>
                </a:ext>
              </a:extLst>
            </p:cNvPr>
            <p:cNvSpPr/>
            <p:nvPr/>
          </p:nvSpPr>
          <p:spPr>
            <a:xfrm rot="19078378">
              <a:off x="4177475" y="4542096"/>
              <a:ext cx="247469" cy="201015"/>
            </a:xfrm>
            <a:custGeom>
              <a:avLst/>
              <a:gdLst>
                <a:gd name="csX0" fmla="*/ 147961 w 147961"/>
                <a:gd name="csY0" fmla="*/ 60093 h 120186"/>
                <a:gd name="csX1" fmla="*/ 73981 w 147961"/>
                <a:gd name="csY1" fmla="*/ 120186 h 120186"/>
                <a:gd name="csX2" fmla="*/ 0 w 147961"/>
                <a:gd name="csY2" fmla="*/ 60093 h 120186"/>
                <a:gd name="csX3" fmla="*/ 73981 w 147961"/>
                <a:gd name="csY3" fmla="*/ 0 h 120186"/>
                <a:gd name="csX4" fmla="*/ 147961 w 147961"/>
                <a:gd name="csY4" fmla="*/ 60093 h 120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7961" h="120186">
                  <a:moveTo>
                    <a:pt x="147961" y="60093"/>
                  </a:moveTo>
                  <a:cubicBezTo>
                    <a:pt x="147961" y="93282"/>
                    <a:pt x="114839" y="120186"/>
                    <a:pt x="73981" y="120186"/>
                  </a:cubicBezTo>
                  <a:cubicBezTo>
                    <a:pt x="33122" y="120186"/>
                    <a:pt x="0" y="93282"/>
                    <a:pt x="0" y="60093"/>
                  </a:cubicBezTo>
                  <a:cubicBezTo>
                    <a:pt x="0" y="26905"/>
                    <a:pt x="33122" y="0"/>
                    <a:pt x="73981" y="0"/>
                  </a:cubicBezTo>
                  <a:cubicBezTo>
                    <a:pt x="114839" y="0"/>
                    <a:pt x="147961" y="26905"/>
                    <a:pt x="147961" y="60093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1FC28CB9-5BBD-AE0C-13BB-7B5CCCEFC537}"/>
                </a:ext>
              </a:extLst>
            </p:cNvPr>
            <p:cNvSpPr/>
            <p:nvPr/>
          </p:nvSpPr>
          <p:spPr>
            <a:xfrm>
              <a:off x="3138592" y="3973511"/>
              <a:ext cx="1015257" cy="382340"/>
            </a:xfrm>
            <a:custGeom>
              <a:avLst/>
              <a:gdLst>
                <a:gd name="csX0" fmla="*/ 163944 w 607018"/>
                <a:gd name="csY0" fmla="*/ 0 h 228600"/>
                <a:gd name="csX1" fmla="*/ 150057 w 607018"/>
                <a:gd name="csY1" fmla="*/ 66675 h 228600"/>
                <a:gd name="csX2" fmla="*/ 44053 w 607018"/>
                <a:gd name="csY2" fmla="*/ 66675 h 228600"/>
                <a:gd name="csX3" fmla="*/ 38100 w 607018"/>
                <a:gd name="csY3" fmla="*/ 95250 h 228600"/>
                <a:gd name="csX4" fmla="*/ 144104 w 607018"/>
                <a:gd name="csY4" fmla="*/ 95250 h 228600"/>
                <a:gd name="csX5" fmla="*/ 136169 w 607018"/>
                <a:gd name="csY5" fmla="*/ 133350 h 228600"/>
                <a:gd name="csX6" fmla="*/ 63103 w 607018"/>
                <a:gd name="csY6" fmla="*/ 133350 h 228600"/>
                <a:gd name="csX7" fmla="*/ 57150 w 607018"/>
                <a:gd name="csY7" fmla="*/ 161925 h 228600"/>
                <a:gd name="csX8" fmla="*/ 130216 w 607018"/>
                <a:gd name="csY8" fmla="*/ 161925 h 228600"/>
                <a:gd name="csX9" fmla="*/ 122282 w 607018"/>
                <a:gd name="csY9" fmla="*/ 200025 h 228600"/>
                <a:gd name="csX10" fmla="*/ 5953 w 607018"/>
                <a:gd name="csY10" fmla="*/ 200025 h 228600"/>
                <a:gd name="csX11" fmla="*/ 0 w 607018"/>
                <a:gd name="csY11" fmla="*/ 228600 h 228600"/>
                <a:gd name="csX12" fmla="*/ 116329 w 607018"/>
                <a:gd name="csY12" fmla="*/ 228600 h 228600"/>
                <a:gd name="csX13" fmla="*/ 196453 w 607018"/>
                <a:gd name="csY13" fmla="*/ 228600 h 228600"/>
                <a:gd name="csX14" fmla="*/ 559394 w 607018"/>
                <a:gd name="csY14" fmla="*/ 228600 h 228600"/>
                <a:gd name="csX15" fmla="*/ 607019 w 607018"/>
                <a:gd name="csY15" fmla="*/ 0 h 228600"/>
                <a:gd name="csX16" fmla="*/ 163944 w 607018"/>
                <a:gd name="csY16" fmla="*/ 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7018" h="228600">
                  <a:moveTo>
                    <a:pt x="163944" y="0"/>
                  </a:moveTo>
                  <a:lnTo>
                    <a:pt x="150057" y="66675"/>
                  </a:lnTo>
                  <a:lnTo>
                    <a:pt x="44053" y="66675"/>
                  </a:lnTo>
                  <a:lnTo>
                    <a:pt x="38100" y="95250"/>
                  </a:lnTo>
                  <a:lnTo>
                    <a:pt x="144104" y="95250"/>
                  </a:lnTo>
                  <a:lnTo>
                    <a:pt x="136169" y="133350"/>
                  </a:lnTo>
                  <a:lnTo>
                    <a:pt x="63103" y="133350"/>
                  </a:lnTo>
                  <a:lnTo>
                    <a:pt x="57150" y="161925"/>
                  </a:lnTo>
                  <a:lnTo>
                    <a:pt x="130216" y="161925"/>
                  </a:lnTo>
                  <a:lnTo>
                    <a:pt x="122282" y="200025"/>
                  </a:lnTo>
                  <a:lnTo>
                    <a:pt x="5953" y="200025"/>
                  </a:lnTo>
                  <a:lnTo>
                    <a:pt x="0" y="228600"/>
                  </a:lnTo>
                  <a:lnTo>
                    <a:pt x="116329" y="228600"/>
                  </a:lnTo>
                  <a:lnTo>
                    <a:pt x="196453" y="228600"/>
                  </a:lnTo>
                  <a:lnTo>
                    <a:pt x="559394" y="228600"/>
                  </a:lnTo>
                  <a:lnTo>
                    <a:pt x="607019" y="0"/>
                  </a:lnTo>
                  <a:lnTo>
                    <a:pt x="163944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6CDDE95C-4BD1-05E2-E8AD-F078049310AB}"/>
                </a:ext>
              </a:extLst>
            </p:cNvPr>
            <p:cNvSpPr/>
            <p:nvPr/>
          </p:nvSpPr>
          <p:spPr>
            <a:xfrm>
              <a:off x="4078245" y="4069030"/>
              <a:ext cx="494084" cy="573576"/>
            </a:xfrm>
            <a:custGeom>
              <a:avLst/>
              <a:gdLst>
                <a:gd name="csX0" fmla="*/ 285550 w 295411"/>
                <a:gd name="csY0" fmla="*/ 179109 h 342939"/>
                <a:gd name="csX1" fmla="*/ 243011 w 295411"/>
                <a:gd name="csY1" fmla="*/ 141009 h 342939"/>
                <a:gd name="csX2" fmla="*/ 233839 w 295411"/>
                <a:gd name="csY2" fmla="*/ 121007 h 342939"/>
                <a:gd name="csX3" fmla="*/ 228476 w 295411"/>
                <a:gd name="csY3" fmla="*/ 55284 h 342939"/>
                <a:gd name="csX4" fmla="*/ 166688 w 295411"/>
                <a:gd name="csY4" fmla="*/ 39 h 342939"/>
                <a:gd name="csX5" fmla="*/ 71438 w 295411"/>
                <a:gd name="csY5" fmla="*/ 39 h 342939"/>
                <a:gd name="csX6" fmla="*/ 43615 w 295411"/>
                <a:gd name="csY6" fmla="*/ 133389 h 342939"/>
                <a:gd name="csX7" fmla="*/ 31709 w 295411"/>
                <a:gd name="csY7" fmla="*/ 190539 h 342939"/>
                <a:gd name="csX8" fmla="*/ 0 w 295411"/>
                <a:gd name="csY8" fmla="*/ 342939 h 342939"/>
                <a:gd name="csX9" fmla="*/ 38100 w 295411"/>
                <a:gd name="csY9" fmla="*/ 342939 h 342939"/>
                <a:gd name="csX10" fmla="*/ 153191 w 295411"/>
                <a:gd name="csY10" fmla="*/ 247689 h 342939"/>
                <a:gd name="csX11" fmla="*/ 228600 w 295411"/>
                <a:gd name="csY11" fmla="*/ 342939 h 342939"/>
                <a:gd name="csX12" fmla="*/ 274634 w 295411"/>
                <a:gd name="csY12" fmla="*/ 304839 h 342939"/>
                <a:gd name="csX13" fmla="*/ 294484 w 295411"/>
                <a:gd name="csY13" fmla="*/ 209589 h 342939"/>
                <a:gd name="csX14" fmla="*/ 285550 w 295411"/>
                <a:gd name="csY14" fmla="*/ 179109 h 342939"/>
                <a:gd name="csX15" fmla="*/ 81715 w 295411"/>
                <a:gd name="csY15" fmla="*/ 133389 h 342939"/>
                <a:gd name="csX16" fmla="*/ 101556 w 295411"/>
                <a:gd name="csY16" fmla="*/ 38139 h 342939"/>
                <a:gd name="csX17" fmla="*/ 158706 w 295411"/>
                <a:gd name="csY17" fmla="*/ 38139 h 342939"/>
                <a:gd name="csX18" fmla="*/ 189135 w 295411"/>
                <a:gd name="csY18" fmla="*/ 64731 h 342939"/>
                <a:gd name="csX19" fmla="*/ 189186 w 295411"/>
                <a:gd name="csY19" fmla="*/ 65762 h 342939"/>
                <a:gd name="csX20" fmla="*/ 194548 w 295411"/>
                <a:gd name="csY20" fmla="*/ 131484 h 342939"/>
                <a:gd name="csX21" fmla="*/ 195101 w 295411"/>
                <a:gd name="csY21" fmla="*/ 133389 h 342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95411" h="342939">
                  <a:moveTo>
                    <a:pt x="285550" y="179109"/>
                  </a:moveTo>
                  <a:lnTo>
                    <a:pt x="243011" y="141009"/>
                  </a:lnTo>
                  <a:cubicBezTo>
                    <a:pt x="237328" y="135891"/>
                    <a:pt x="234008" y="128653"/>
                    <a:pt x="233839" y="121007"/>
                  </a:cubicBezTo>
                  <a:lnTo>
                    <a:pt x="228476" y="55284"/>
                  </a:lnTo>
                  <a:cubicBezTo>
                    <a:pt x="226043" y="23272"/>
                    <a:pt x="198772" y="-1112"/>
                    <a:pt x="166688" y="39"/>
                  </a:cubicBezTo>
                  <a:lnTo>
                    <a:pt x="71438" y="39"/>
                  </a:lnTo>
                  <a:lnTo>
                    <a:pt x="43615" y="133389"/>
                  </a:lnTo>
                  <a:lnTo>
                    <a:pt x="31709" y="190539"/>
                  </a:lnTo>
                  <a:lnTo>
                    <a:pt x="0" y="342939"/>
                  </a:lnTo>
                  <a:lnTo>
                    <a:pt x="38100" y="342939"/>
                  </a:lnTo>
                  <a:cubicBezTo>
                    <a:pt x="49016" y="290552"/>
                    <a:pt x="100803" y="247689"/>
                    <a:pt x="153191" y="247689"/>
                  </a:cubicBezTo>
                  <a:cubicBezTo>
                    <a:pt x="205578" y="247689"/>
                    <a:pt x="239478" y="290552"/>
                    <a:pt x="228600" y="342939"/>
                  </a:cubicBezTo>
                  <a:cubicBezTo>
                    <a:pt x="250741" y="341969"/>
                    <a:pt x="269541" y="326407"/>
                    <a:pt x="274634" y="304839"/>
                  </a:cubicBezTo>
                  <a:lnTo>
                    <a:pt x="294484" y="209589"/>
                  </a:lnTo>
                  <a:cubicBezTo>
                    <a:pt x="297220" y="198561"/>
                    <a:pt x="293805" y="186915"/>
                    <a:pt x="285550" y="179109"/>
                  </a:cubicBezTo>
                  <a:close/>
                  <a:moveTo>
                    <a:pt x="81715" y="133389"/>
                  </a:moveTo>
                  <a:lnTo>
                    <a:pt x="101556" y="38139"/>
                  </a:lnTo>
                  <a:lnTo>
                    <a:pt x="158706" y="38139"/>
                  </a:lnTo>
                  <a:cubicBezTo>
                    <a:pt x="174451" y="37079"/>
                    <a:pt x="188075" y="48985"/>
                    <a:pt x="189135" y="64731"/>
                  </a:cubicBezTo>
                  <a:cubicBezTo>
                    <a:pt x="189158" y="65074"/>
                    <a:pt x="189175" y="65418"/>
                    <a:pt x="189186" y="65762"/>
                  </a:cubicBezTo>
                  <a:lnTo>
                    <a:pt x="194548" y="131484"/>
                  </a:lnTo>
                  <a:cubicBezTo>
                    <a:pt x="194348" y="132437"/>
                    <a:pt x="195301" y="132437"/>
                    <a:pt x="195101" y="133389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EA9923CE-5628-1A21-8B0F-22EB6CA5EF8E}"/>
                </a:ext>
              </a:extLst>
            </p:cNvPr>
            <p:cNvSpPr/>
            <p:nvPr/>
          </p:nvSpPr>
          <p:spPr>
            <a:xfrm>
              <a:off x="3273416" y="4419574"/>
              <a:ext cx="787574" cy="223032"/>
            </a:xfrm>
            <a:custGeom>
              <a:avLst/>
              <a:gdLst>
                <a:gd name="csX0" fmla="*/ 0 w 470887"/>
                <a:gd name="csY0" fmla="*/ 133350 h 133350"/>
                <a:gd name="csX1" fmla="*/ 47625 w 470887"/>
                <a:gd name="csY1" fmla="*/ 133350 h 133350"/>
                <a:gd name="csX2" fmla="*/ 162716 w 470887"/>
                <a:gd name="csY2" fmla="*/ 38100 h 133350"/>
                <a:gd name="csX3" fmla="*/ 238125 w 470887"/>
                <a:gd name="csY3" fmla="*/ 133350 h 133350"/>
                <a:gd name="csX4" fmla="*/ 443103 w 470887"/>
                <a:gd name="csY4" fmla="*/ 133350 h 133350"/>
                <a:gd name="csX5" fmla="*/ 470887 w 470887"/>
                <a:gd name="csY5" fmla="*/ 0 h 133350"/>
                <a:gd name="csX6" fmla="*/ 27813 w 470887"/>
                <a:gd name="csY6" fmla="*/ 0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70887" h="133350">
                  <a:moveTo>
                    <a:pt x="0" y="133350"/>
                  </a:moveTo>
                  <a:lnTo>
                    <a:pt x="47625" y="133350"/>
                  </a:lnTo>
                  <a:cubicBezTo>
                    <a:pt x="58541" y="80963"/>
                    <a:pt x="110328" y="38100"/>
                    <a:pt x="162716" y="38100"/>
                  </a:cubicBezTo>
                  <a:cubicBezTo>
                    <a:pt x="215103" y="38100"/>
                    <a:pt x="249041" y="80963"/>
                    <a:pt x="238125" y="133350"/>
                  </a:cubicBezTo>
                  <a:lnTo>
                    <a:pt x="443103" y="133350"/>
                  </a:lnTo>
                  <a:lnTo>
                    <a:pt x="470887" y="0"/>
                  </a:lnTo>
                  <a:lnTo>
                    <a:pt x="27813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5B8A74FE-CD0D-A84B-5942-C6432EF6279A}"/>
                </a:ext>
              </a:extLst>
            </p:cNvPr>
            <p:cNvSpPr/>
            <p:nvPr/>
          </p:nvSpPr>
          <p:spPr>
            <a:xfrm>
              <a:off x="3253271" y="7865131"/>
              <a:ext cx="987714" cy="1274469"/>
            </a:xfrm>
            <a:custGeom>
              <a:avLst/>
              <a:gdLst>
                <a:gd name="csX0" fmla="*/ 57150 w 590550"/>
                <a:gd name="csY0" fmla="*/ 704850 h 762000"/>
                <a:gd name="csX1" fmla="*/ 57150 w 590550"/>
                <a:gd name="csY1" fmla="*/ 57150 h 762000"/>
                <a:gd name="csX2" fmla="*/ 295275 w 590550"/>
                <a:gd name="csY2" fmla="*/ 57150 h 762000"/>
                <a:gd name="csX3" fmla="*/ 295275 w 590550"/>
                <a:gd name="csY3" fmla="*/ 257175 h 762000"/>
                <a:gd name="csX4" fmla="*/ 533400 w 590550"/>
                <a:gd name="csY4" fmla="*/ 257175 h 762000"/>
                <a:gd name="csX5" fmla="*/ 533400 w 590550"/>
                <a:gd name="csY5" fmla="*/ 704850 h 762000"/>
                <a:gd name="csX6" fmla="*/ 57150 w 590550"/>
                <a:gd name="csY6" fmla="*/ 704850 h 762000"/>
                <a:gd name="csX7" fmla="*/ 352425 w 590550"/>
                <a:gd name="csY7" fmla="*/ 80963 h 762000"/>
                <a:gd name="csX8" fmla="*/ 471488 w 590550"/>
                <a:gd name="csY8" fmla="*/ 200025 h 762000"/>
                <a:gd name="csX9" fmla="*/ 352425 w 590550"/>
                <a:gd name="csY9" fmla="*/ 200025 h 762000"/>
                <a:gd name="csX10" fmla="*/ 352425 w 590550"/>
                <a:gd name="csY10" fmla="*/ 80963 h 762000"/>
                <a:gd name="csX11" fmla="*/ 352425 w 590550"/>
                <a:gd name="csY11" fmla="*/ 0 h 762000"/>
                <a:gd name="csX12" fmla="*/ 0 w 590550"/>
                <a:gd name="csY12" fmla="*/ 0 h 762000"/>
                <a:gd name="csX13" fmla="*/ 0 w 590550"/>
                <a:gd name="csY13" fmla="*/ 762000 h 762000"/>
                <a:gd name="csX14" fmla="*/ 590550 w 590550"/>
                <a:gd name="csY14" fmla="*/ 762000 h 762000"/>
                <a:gd name="csX15" fmla="*/ 590550 w 590550"/>
                <a:gd name="csY15" fmla="*/ 209550 h 762000"/>
                <a:gd name="csX16" fmla="*/ 352425 w 5905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90550" h="762000">
                  <a:moveTo>
                    <a:pt x="57150" y="704850"/>
                  </a:moveTo>
                  <a:lnTo>
                    <a:pt x="57150" y="57150"/>
                  </a:lnTo>
                  <a:lnTo>
                    <a:pt x="295275" y="57150"/>
                  </a:lnTo>
                  <a:lnTo>
                    <a:pt x="295275" y="257175"/>
                  </a:lnTo>
                  <a:lnTo>
                    <a:pt x="533400" y="257175"/>
                  </a:lnTo>
                  <a:lnTo>
                    <a:pt x="533400" y="704850"/>
                  </a:lnTo>
                  <a:lnTo>
                    <a:pt x="57150" y="704850"/>
                  </a:lnTo>
                  <a:close/>
                  <a:moveTo>
                    <a:pt x="352425" y="80963"/>
                  </a:moveTo>
                  <a:lnTo>
                    <a:pt x="471488" y="200025"/>
                  </a:lnTo>
                  <a:lnTo>
                    <a:pt x="352425" y="200025"/>
                  </a:lnTo>
                  <a:lnTo>
                    <a:pt x="352425" y="80963"/>
                  </a:lnTo>
                  <a:close/>
                  <a:moveTo>
                    <a:pt x="35242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590550" y="762000"/>
                  </a:lnTo>
                  <a:lnTo>
                    <a:pt x="590550" y="209550"/>
                  </a:lnTo>
                  <a:lnTo>
                    <a:pt x="352425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9B8D135C-7762-057D-7A78-C54B5206471A}"/>
                </a:ext>
              </a:extLst>
            </p:cNvPr>
            <p:cNvSpPr/>
            <p:nvPr/>
          </p:nvSpPr>
          <p:spPr>
            <a:xfrm>
              <a:off x="3444441" y="8454573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C2E0F201-5094-90FF-6B68-46E3D20F4A5C}"/>
                </a:ext>
              </a:extLst>
            </p:cNvPr>
            <p:cNvSpPr/>
            <p:nvPr/>
          </p:nvSpPr>
          <p:spPr>
            <a:xfrm>
              <a:off x="3444442" y="8327126"/>
              <a:ext cx="207102" cy="63724"/>
            </a:xfrm>
            <a:custGeom>
              <a:avLst/>
              <a:gdLst>
                <a:gd name="csX0" fmla="*/ 0 w 123825"/>
                <a:gd name="csY0" fmla="*/ 0 h 38100"/>
                <a:gd name="csX1" fmla="*/ 123825 w 123825"/>
                <a:gd name="csY1" fmla="*/ 0 h 38100"/>
                <a:gd name="csX2" fmla="*/ 123825 w 123825"/>
                <a:gd name="csY2" fmla="*/ 38100 h 38100"/>
                <a:gd name="csX3" fmla="*/ 0 w 123825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3825" h="38100">
                  <a:moveTo>
                    <a:pt x="0" y="0"/>
                  </a:moveTo>
                  <a:lnTo>
                    <a:pt x="123825" y="0"/>
                  </a:lnTo>
                  <a:lnTo>
                    <a:pt x="123825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9AE715E8-9D39-2139-456E-03DAC65F8443}"/>
                </a:ext>
              </a:extLst>
            </p:cNvPr>
            <p:cNvSpPr/>
            <p:nvPr/>
          </p:nvSpPr>
          <p:spPr>
            <a:xfrm>
              <a:off x="3444441" y="8582020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B1F15FB1-ECAD-735A-7FF5-6D29B49DE898}"/>
                </a:ext>
              </a:extLst>
            </p:cNvPr>
            <p:cNvSpPr/>
            <p:nvPr/>
          </p:nvSpPr>
          <p:spPr>
            <a:xfrm>
              <a:off x="3444441" y="8709467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C29E402-4788-97D6-B146-B1457E0F426F}"/>
                </a:ext>
              </a:extLst>
            </p:cNvPr>
            <p:cNvSpPr/>
            <p:nvPr/>
          </p:nvSpPr>
          <p:spPr>
            <a:xfrm>
              <a:off x="3444441" y="8836914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1" name="图形 19" descr="沙漏 60% 纯色填充">
              <a:extLst>
                <a:ext uri="{FF2B5EF4-FFF2-40B4-BE49-F238E27FC236}">
                  <a16:creationId xmlns:a16="http://schemas.microsoft.com/office/drawing/2014/main" id="{E73D75AE-8E70-194D-5AF9-C8C7EF060508}"/>
                </a:ext>
              </a:extLst>
            </p:cNvPr>
            <p:cNvSpPr/>
            <p:nvPr/>
          </p:nvSpPr>
          <p:spPr>
            <a:xfrm>
              <a:off x="7068458" y="9603408"/>
              <a:ext cx="891650" cy="1273863"/>
            </a:xfrm>
            <a:custGeom>
              <a:avLst/>
              <a:gdLst>
                <a:gd name="csX0" fmla="*/ 507397 w 533114"/>
                <a:gd name="csY0" fmla="*/ 57093 h 761638"/>
                <a:gd name="csX1" fmla="*/ 533114 w 533114"/>
                <a:gd name="csY1" fmla="*/ 57093 h 761638"/>
                <a:gd name="csX2" fmla="*/ 533114 w 533114"/>
                <a:gd name="csY2" fmla="*/ 0 h 761638"/>
                <a:gd name="csX3" fmla="*/ 0 w 533114"/>
                <a:gd name="csY3" fmla="*/ 0 h 761638"/>
                <a:gd name="csX4" fmla="*/ 0 w 533114"/>
                <a:gd name="csY4" fmla="*/ 57150 h 761638"/>
                <a:gd name="csX5" fmla="*/ 24765 w 533114"/>
                <a:gd name="csY5" fmla="*/ 57150 h 761638"/>
                <a:gd name="csX6" fmla="*/ 184699 w 533114"/>
                <a:gd name="csY6" fmla="*/ 380819 h 761638"/>
                <a:gd name="csX7" fmla="*/ 24765 w 533114"/>
                <a:gd name="csY7" fmla="*/ 704488 h 761638"/>
                <a:gd name="csX8" fmla="*/ 0 w 533114"/>
                <a:gd name="csY8" fmla="*/ 704488 h 761638"/>
                <a:gd name="csX9" fmla="*/ 0 w 533114"/>
                <a:gd name="csY9" fmla="*/ 761638 h 761638"/>
                <a:gd name="csX10" fmla="*/ 533114 w 533114"/>
                <a:gd name="csY10" fmla="*/ 761638 h 761638"/>
                <a:gd name="csX11" fmla="*/ 533114 w 533114"/>
                <a:gd name="csY11" fmla="*/ 704488 h 761638"/>
                <a:gd name="csX12" fmla="*/ 507397 w 533114"/>
                <a:gd name="csY12" fmla="*/ 704488 h 761638"/>
                <a:gd name="csX13" fmla="*/ 347462 w 533114"/>
                <a:gd name="csY13" fmla="*/ 380819 h 761638"/>
                <a:gd name="csX14" fmla="*/ 507397 w 533114"/>
                <a:gd name="csY14" fmla="*/ 57093 h 761638"/>
                <a:gd name="csX15" fmla="*/ 449961 w 533114"/>
                <a:gd name="csY15" fmla="*/ 57093 h 761638"/>
                <a:gd name="csX16" fmla="*/ 396392 w 533114"/>
                <a:gd name="csY16" fmla="*/ 228543 h 761638"/>
                <a:gd name="csX17" fmla="*/ 136303 w 533114"/>
                <a:gd name="csY17" fmla="*/ 228543 h 761638"/>
                <a:gd name="csX18" fmla="*/ 82229 w 533114"/>
                <a:gd name="csY18" fmla="*/ 57093 h 761638"/>
                <a:gd name="csX19" fmla="*/ 218084 w 533114"/>
                <a:gd name="csY19" fmla="*/ 427130 h 761638"/>
                <a:gd name="csX20" fmla="*/ 230829 w 533114"/>
                <a:gd name="csY20" fmla="*/ 414338 h 761638"/>
                <a:gd name="csX21" fmla="*/ 247650 w 533114"/>
                <a:gd name="csY21" fmla="*/ 439103 h 761638"/>
                <a:gd name="csX22" fmla="*/ 247650 w 533114"/>
                <a:gd name="csY22" fmla="*/ 561975 h 761638"/>
                <a:gd name="csX23" fmla="*/ 105223 w 533114"/>
                <a:gd name="csY23" fmla="*/ 704402 h 761638"/>
                <a:gd name="csX24" fmla="*/ 82172 w 533114"/>
                <a:gd name="csY24" fmla="*/ 704402 h 761638"/>
                <a:gd name="csX25" fmla="*/ 218084 w 533114"/>
                <a:gd name="csY25" fmla="*/ 427130 h 761638"/>
                <a:gd name="csX26" fmla="*/ 449971 w 533114"/>
                <a:gd name="csY26" fmla="*/ 704402 h 761638"/>
                <a:gd name="csX27" fmla="*/ 428177 w 533114"/>
                <a:gd name="csY27" fmla="*/ 704402 h 761638"/>
                <a:gd name="csX28" fmla="*/ 285750 w 533114"/>
                <a:gd name="csY28" fmla="*/ 561975 h 761638"/>
                <a:gd name="csX29" fmla="*/ 285750 w 533114"/>
                <a:gd name="csY29" fmla="*/ 438341 h 761638"/>
                <a:gd name="csX30" fmla="*/ 301733 w 533114"/>
                <a:gd name="csY30" fmla="*/ 414871 h 761638"/>
                <a:gd name="csX31" fmla="*/ 314039 w 533114"/>
                <a:gd name="csY31" fmla="*/ 427130 h 761638"/>
                <a:gd name="csX32" fmla="*/ 449971 w 533114"/>
                <a:gd name="csY32" fmla="*/ 704402 h 761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533114" h="761638">
                  <a:moveTo>
                    <a:pt x="507397" y="57093"/>
                  </a:moveTo>
                  <a:lnTo>
                    <a:pt x="533114" y="57093"/>
                  </a:lnTo>
                  <a:lnTo>
                    <a:pt x="533114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24765" y="57150"/>
                  </a:lnTo>
                  <a:cubicBezTo>
                    <a:pt x="35242" y="162811"/>
                    <a:pt x="96202" y="317040"/>
                    <a:pt x="184699" y="380819"/>
                  </a:cubicBezTo>
                  <a:cubicBezTo>
                    <a:pt x="96164" y="444637"/>
                    <a:pt x="34290" y="598818"/>
                    <a:pt x="24765" y="704488"/>
                  </a:cubicBezTo>
                  <a:lnTo>
                    <a:pt x="0" y="704488"/>
                  </a:lnTo>
                  <a:lnTo>
                    <a:pt x="0" y="761638"/>
                  </a:lnTo>
                  <a:lnTo>
                    <a:pt x="533114" y="761638"/>
                  </a:lnTo>
                  <a:lnTo>
                    <a:pt x="533114" y="704488"/>
                  </a:lnTo>
                  <a:lnTo>
                    <a:pt x="507397" y="704488"/>
                  </a:lnTo>
                  <a:cubicBezTo>
                    <a:pt x="497872" y="598818"/>
                    <a:pt x="435959" y="444598"/>
                    <a:pt x="347462" y="380819"/>
                  </a:cubicBezTo>
                  <a:cubicBezTo>
                    <a:pt x="436007" y="316982"/>
                    <a:pt x="497872" y="162754"/>
                    <a:pt x="507397" y="57093"/>
                  </a:cubicBezTo>
                  <a:close/>
                  <a:moveTo>
                    <a:pt x="449961" y="57093"/>
                  </a:moveTo>
                  <a:cubicBezTo>
                    <a:pt x="442200" y="116921"/>
                    <a:pt x="424073" y="174939"/>
                    <a:pt x="396392" y="228543"/>
                  </a:cubicBezTo>
                  <a:lnTo>
                    <a:pt x="136303" y="228543"/>
                  </a:lnTo>
                  <a:cubicBezTo>
                    <a:pt x="108760" y="174842"/>
                    <a:pt x="90479" y="116878"/>
                    <a:pt x="82229" y="57093"/>
                  </a:cubicBezTo>
                  <a:close/>
                  <a:moveTo>
                    <a:pt x="218084" y="427130"/>
                  </a:moveTo>
                  <a:cubicBezTo>
                    <a:pt x="222987" y="423572"/>
                    <a:pt x="227289" y="419253"/>
                    <a:pt x="230829" y="414338"/>
                  </a:cubicBezTo>
                  <a:lnTo>
                    <a:pt x="247650" y="439103"/>
                  </a:lnTo>
                  <a:lnTo>
                    <a:pt x="247650" y="561975"/>
                  </a:lnTo>
                  <a:lnTo>
                    <a:pt x="105223" y="704402"/>
                  </a:lnTo>
                  <a:lnTo>
                    <a:pt x="82172" y="704402"/>
                  </a:lnTo>
                  <a:cubicBezTo>
                    <a:pt x="92278" y="609600"/>
                    <a:pt x="148371" y="477355"/>
                    <a:pt x="218084" y="427130"/>
                  </a:cubicBezTo>
                  <a:close/>
                  <a:moveTo>
                    <a:pt x="449971" y="704402"/>
                  </a:moveTo>
                  <a:lnTo>
                    <a:pt x="428177" y="704402"/>
                  </a:lnTo>
                  <a:lnTo>
                    <a:pt x="285750" y="561975"/>
                  </a:lnTo>
                  <a:lnTo>
                    <a:pt x="285750" y="438341"/>
                  </a:lnTo>
                  <a:lnTo>
                    <a:pt x="301733" y="414871"/>
                  </a:lnTo>
                  <a:cubicBezTo>
                    <a:pt x="305187" y="419560"/>
                    <a:pt x="309337" y="423694"/>
                    <a:pt x="314039" y="427130"/>
                  </a:cubicBezTo>
                  <a:cubicBezTo>
                    <a:pt x="383781" y="477355"/>
                    <a:pt x="439865" y="609600"/>
                    <a:pt x="449971" y="704402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5B7F8C02-217C-D453-0F23-0554B3BE9772}"/>
                </a:ext>
              </a:extLst>
            </p:cNvPr>
            <p:cNvSpPr/>
            <p:nvPr/>
          </p:nvSpPr>
          <p:spPr>
            <a:xfrm>
              <a:off x="8208447" y="8223376"/>
              <a:ext cx="1083298" cy="747635"/>
            </a:xfrm>
            <a:custGeom>
              <a:avLst/>
              <a:gdLst>
                <a:gd name="csX0" fmla="*/ 550250 w 647699"/>
                <a:gd name="csY0" fmla="*/ 133 h 447008"/>
                <a:gd name="csX1" fmla="*/ 508759 w 647699"/>
                <a:gd name="csY1" fmla="*/ 48711 h 447008"/>
                <a:gd name="csX2" fmla="*/ 587254 w 647699"/>
                <a:gd name="csY2" fmla="*/ 238258 h 447008"/>
                <a:gd name="csX3" fmla="*/ 409137 w 647699"/>
                <a:gd name="csY3" fmla="*/ 238258 h 447008"/>
                <a:gd name="csX4" fmla="*/ 322576 w 647699"/>
                <a:gd name="csY4" fmla="*/ 322271 h 447008"/>
                <a:gd name="csX5" fmla="*/ 238563 w 647699"/>
                <a:gd name="csY5" fmla="*/ 238258 h 447008"/>
                <a:gd name="csX6" fmla="*/ 60265 w 647699"/>
                <a:gd name="csY6" fmla="*/ 238258 h 447008"/>
                <a:gd name="csX7" fmla="*/ 138827 w 647699"/>
                <a:gd name="csY7" fmla="*/ 48577 h 447008"/>
                <a:gd name="csX8" fmla="*/ 97365 w 647699"/>
                <a:gd name="csY8" fmla="*/ 0 h 447008"/>
                <a:gd name="csX9" fmla="*/ 0 w 647699"/>
                <a:gd name="csY9" fmla="*/ 237458 h 447008"/>
                <a:gd name="csX10" fmla="*/ 0 w 647699"/>
                <a:gd name="csY10" fmla="*/ 447008 h 447008"/>
                <a:gd name="csX11" fmla="*/ 647700 w 647699"/>
                <a:gd name="csY11" fmla="*/ 447008 h 447008"/>
                <a:gd name="csX12" fmla="*/ 647700 w 647699"/>
                <a:gd name="csY12" fmla="*/ 237458 h 447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47699" h="447008">
                  <a:moveTo>
                    <a:pt x="550250" y="133"/>
                  </a:moveTo>
                  <a:lnTo>
                    <a:pt x="508759" y="48711"/>
                  </a:lnTo>
                  <a:lnTo>
                    <a:pt x="587254" y="238258"/>
                  </a:lnTo>
                  <a:lnTo>
                    <a:pt x="409137" y="238258"/>
                  </a:lnTo>
                  <a:cubicBezTo>
                    <a:pt x="408433" y="285361"/>
                    <a:pt x="369678" y="322975"/>
                    <a:pt x="322576" y="322271"/>
                  </a:cubicBezTo>
                  <a:cubicBezTo>
                    <a:pt x="276465" y="321581"/>
                    <a:pt x="239253" y="284369"/>
                    <a:pt x="238563" y="238258"/>
                  </a:cubicBezTo>
                  <a:lnTo>
                    <a:pt x="60265" y="238258"/>
                  </a:lnTo>
                  <a:lnTo>
                    <a:pt x="138827" y="48577"/>
                  </a:lnTo>
                  <a:lnTo>
                    <a:pt x="97365" y="0"/>
                  </a:lnTo>
                  <a:lnTo>
                    <a:pt x="0" y="237458"/>
                  </a:lnTo>
                  <a:lnTo>
                    <a:pt x="0" y="447008"/>
                  </a:lnTo>
                  <a:lnTo>
                    <a:pt x="647700" y="447008"/>
                  </a:lnTo>
                  <a:lnTo>
                    <a:pt x="647700" y="237458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CBB7E943-59B2-20CA-7CA7-50B53A7454FE}"/>
                </a:ext>
              </a:extLst>
            </p:cNvPr>
            <p:cNvSpPr/>
            <p:nvPr/>
          </p:nvSpPr>
          <p:spPr>
            <a:xfrm>
              <a:off x="8423514" y="7823990"/>
              <a:ext cx="653164" cy="744815"/>
            </a:xfrm>
            <a:custGeom>
              <a:avLst/>
              <a:gdLst>
                <a:gd name="csX0" fmla="*/ 390525 w 390524"/>
                <a:gd name="csY0" fmla="*/ 216722 h 445322"/>
                <a:gd name="csX1" fmla="*/ 271463 w 390524"/>
                <a:gd name="csY1" fmla="*/ 216722 h 445322"/>
                <a:gd name="csX2" fmla="*/ 271463 w 390524"/>
                <a:gd name="csY2" fmla="*/ 0 h 445322"/>
                <a:gd name="csX3" fmla="*/ 119063 w 390524"/>
                <a:gd name="csY3" fmla="*/ 0 h 445322"/>
                <a:gd name="csX4" fmla="*/ 119063 w 390524"/>
                <a:gd name="csY4" fmla="*/ 216722 h 445322"/>
                <a:gd name="csX5" fmla="*/ 0 w 390524"/>
                <a:gd name="csY5" fmla="*/ 216722 h 445322"/>
                <a:gd name="csX6" fmla="*/ 195263 w 390524"/>
                <a:gd name="csY6" fmla="*/ 445322 h 445322"/>
                <a:gd name="csX7" fmla="*/ 390525 w 390524"/>
                <a:gd name="csY7" fmla="*/ 216722 h 445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90524" h="445322">
                  <a:moveTo>
                    <a:pt x="390525" y="216722"/>
                  </a:moveTo>
                  <a:lnTo>
                    <a:pt x="271463" y="216722"/>
                  </a:lnTo>
                  <a:lnTo>
                    <a:pt x="271463" y="0"/>
                  </a:lnTo>
                  <a:lnTo>
                    <a:pt x="119063" y="0"/>
                  </a:lnTo>
                  <a:lnTo>
                    <a:pt x="119063" y="216722"/>
                  </a:lnTo>
                  <a:lnTo>
                    <a:pt x="0" y="216722"/>
                  </a:lnTo>
                  <a:lnTo>
                    <a:pt x="195263" y="445322"/>
                  </a:lnTo>
                  <a:lnTo>
                    <a:pt x="390525" y="216722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C959E0E8-3EEE-62C5-EF0E-693CAD0914F8}"/>
                </a:ext>
              </a:extLst>
            </p:cNvPr>
            <p:cNvSpPr/>
            <p:nvPr/>
          </p:nvSpPr>
          <p:spPr>
            <a:xfrm>
              <a:off x="8037049" y="4480103"/>
              <a:ext cx="266364" cy="111697"/>
            </a:xfrm>
            <a:custGeom>
              <a:avLst/>
              <a:gdLst>
                <a:gd name="csX0" fmla="*/ 0 w 159258"/>
                <a:gd name="csY0" fmla="*/ 0 h 66783"/>
                <a:gd name="csX1" fmla="*/ 93726 w 159258"/>
                <a:gd name="csY1" fmla="*/ 65532 h 66783"/>
                <a:gd name="csX2" fmla="*/ 159258 w 159258"/>
                <a:gd name="csY2" fmla="*/ 0 h 66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9258" h="66783">
                  <a:moveTo>
                    <a:pt x="0" y="0"/>
                  </a:moveTo>
                  <a:cubicBezTo>
                    <a:pt x="7786" y="43978"/>
                    <a:pt x="49748" y="73318"/>
                    <a:pt x="93726" y="65532"/>
                  </a:cubicBezTo>
                  <a:cubicBezTo>
                    <a:pt x="127162" y="59612"/>
                    <a:pt x="153338" y="33436"/>
                    <a:pt x="15925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626C588F-C1F3-457E-9D8C-3C0A1E52A2C5}"/>
                </a:ext>
              </a:extLst>
            </p:cNvPr>
            <p:cNvSpPr/>
            <p:nvPr/>
          </p:nvSpPr>
          <p:spPr>
            <a:xfrm>
              <a:off x="7974840" y="4018108"/>
              <a:ext cx="524881" cy="111516"/>
            </a:xfrm>
            <a:custGeom>
              <a:avLst/>
              <a:gdLst>
                <a:gd name="csX0" fmla="*/ 309895 w 313824"/>
                <a:gd name="csY0" fmla="*/ 66675 h 66675"/>
                <a:gd name="csX1" fmla="*/ 40623 w 313824"/>
                <a:gd name="csY1" fmla="*/ 66675 h 66675"/>
                <a:gd name="csX2" fmla="*/ 999 w 313824"/>
                <a:gd name="csY2" fmla="*/ 33338 h 66675"/>
                <a:gd name="csX3" fmla="*/ 8905 w 313824"/>
                <a:gd name="csY3" fmla="*/ 0 h 66675"/>
                <a:gd name="csX4" fmla="*/ 270271 w 313824"/>
                <a:gd name="csY4" fmla="*/ 0 h 66675"/>
                <a:gd name="csX5" fmla="*/ 309895 w 313824"/>
                <a:gd name="csY5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13824" h="66675">
                  <a:moveTo>
                    <a:pt x="309895" y="66675"/>
                  </a:moveTo>
                  <a:lnTo>
                    <a:pt x="40623" y="66675"/>
                  </a:lnTo>
                  <a:cubicBezTo>
                    <a:pt x="27669" y="66675"/>
                    <a:pt x="999" y="58388"/>
                    <a:pt x="999" y="33338"/>
                  </a:cubicBezTo>
                  <a:cubicBezTo>
                    <a:pt x="999" y="33338"/>
                    <a:pt x="-4144" y="0"/>
                    <a:pt x="8905" y="0"/>
                  </a:cubicBezTo>
                  <a:lnTo>
                    <a:pt x="270271" y="0"/>
                  </a:lnTo>
                  <a:cubicBezTo>
                    <a:pt x="301894" y="0"/>
                    <a:pt x="322944" y="66675"/>
                    <a:pt x="309895" y="66675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915F6437-3B60-CCFB-EF3B-21AFFDAFD691}"/>
                </a:ext>
              </a:extLst>
            </p:cNvPr>
            <p:cNvSpPr/>
            <p:nvPr/>
          </p:nvSpPr>
          <p:spPr>
            <a:xfrm>
              <a:off x="7869297" y="3906580"/>
              <a:ext cx="1332934" cy="621487"/>
            </a:xfrm>
            <a:custGeom>
              <a:avLst/>
              <a:gdLst>
                <a:gd name="csX0" fmla="*/ 666845 w 796956"/>
                <a:gd name="csY0" fmla="*/ 156407 h 371585"/>
                <a:gd name="csX1" fmla="*/ 632460 w 796956"/>
                <a:gd name="csY1" fmla="*/ 74397 h 371585"/>
                <a:gd name="csX2" fmla="*/ 644938 w 796956"/>
                <a:gd name="csY2" fmla="*/ 76207 h 371585"/>
                <a:gd name="csX3" fmla="*/ 689515 w 796956"/>
                <a:gd name="csY3" fmla="*/ 76207 h 371585"/>
                <a:gd name="csX4" fmla="*/ 689515 w 796956"/>
                <a:gd name="csY4" fmla="*/ 7 h 371585"/>
                <a:gd name="csX5" fmla="*/ 644938 w 796956"/>
                <a:gd name="csY5" fmla="*/ 7 h 371585"/>
                <a:gd name="csX6" fmla="*/ 607314 w 796956"/>
                <a:gd name="csY6" fmla="*/ 19057 h 371585"/>
                <a:gd name="csX7" fmla="*/ 527590 w 796956"/>
                <a:gd name="csY7" fmla="*/ 19057 h 371585"/>
                <a:gd name="csX8" fmla="*/ 527590 w 796956"/>
                <a:gd name="csY8" fmla="*/ 57157 h 371585"/>
                <a:gd name="csX9" fmla="*/ 584740 w 796956"/>
                <a:gd name="csY9" fmla="*/ 57157 h 371585"/>
                <a:gd name="csX10" fmla="*/ 599027 w 796956"/>
                <a:gd name="csY10" fmla="*/ 166599 h 371585"/>
                <a:gd name="csX11" fmla="*/ 597884 w 796956"/>
                <a:gd name="csY11" fmla="*/ 182982 h 371585"/>
                <a:gd name="csX12" fmla="*/ 597884 w 796956"/>
                <a:gd name="csY12" fmla="*/ 183744 h 371585"/>
                <a:gd name="csX13" fmla="*/ 597884 w 796956"/>
                <a:gd name="csY13" fmla="*/ 185744 h 371585"/>
                <a:gd name="csX14" fmla="*/ 465742 w 796956"/>
                <a:gd name="csY14" fmla="*/ 289447 h 371585"/>
                <a:gd name="csX15" fmla="*/ 361283 w 796956"/>
                <a:gd name="csY15" fmla="*/ 166694 h 371585"/>
                <a:gd name="csX16" fmla="*/ 361283 w 796956"/>
                <a:gd name="csY16" fmla="*/ 162027 h 371585"/>
                <a:gd name="csX17" fmla="*/ 98870 w 796956"/>
                <a:gd name="csY17" fmla="*/ 162027 h 371585"/>
                <a:gd name="csX18" fmla="*/ 49435 w 796956"/>
                <a:gd name="csY18" fmla="*/ 271184 h 371585"/>
                <a:gd name="csX19" fmla="*/ 50578 w 796956"/>
                <a:gd name="csY19" fmla="*/ 276232 h 371585"/>
                <a:gd name="csX20" fmla="*/ 16097 w 796956"/>
                <a:gd name="csY20" fmla="*/ 276232 h 371585"/>
                <a:gd name="csX21" fmla="*/ 0 w 796956"/>
                <a:gd name="csY21" fmla="*/ 314332 h 371585"/>
                <a:gd name="csX22" fmla="*/ 325088 w 796956"/>
                <a:gd name="csY22" fmla="*/ 314332 h 371585"/>
                <a:gd name="csX23" fmla="*/ 327660 w 796956"/>
                <a:gd name="csY23" fmla="*/ 318332 h 371585"/>
                <a:gd name="csX24" fmla="*/ 349187 w 796956"/>
                <a:gd name="csY24" fmla="*/ 345288 h 371585"/>
                <a:gd name="csX25" fmla="*/ 403765 w 796956"/>
                <a:gd name="csY25" fmla="*/ 371482 h 371585"/>
                <a:gd name="csX26" fmla="*/ 603028 w 796956"/>
                <a:gd name="csY26" fmla="*/ 371482 h 371585"/>
                <a:gd name="csX27" fmla="*/ 663101 w 796956"/>
                <a:gd name="csY27" fmla="*/ 228841 h 371585"/>
                <a:gd name="csX28" fmla="*/ 793528 w 796956"/>
                <a:gd name="csY28" fmla="*/ 266707 h 371585"/>
                <a:gd name="csX29" fmla="*/ 796957 w 796956"/>
                <a:gd name="csY29" fmla="*/ 266707 h 371585"/>
                <a:gd name="csX30" fmla="*/ 666845 w 796956"/>
                <a:gd name="csY30" fmla="*/ 156407 h 371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796956" h="371585">
                  <a:moveTo>
                    <a:pt x="666845" y="156407"/>
                  </a:moveTo>
                  <a:lnTo>
                    <a:pt x="632460" y="74397"/>
                  </a:lnTo>
                  <a:cubicBezTo>
                    <a:pt x="636523" y="75538"/>
                    <a:pt x="640718" y="76146"/>
                    <a:pt x="644938" y="76207"/>
                  </a:cubicBezTo>
                  <a:lnTo>
                    <a:pt x="689515" y="76207"/>
                  </a:lnTo>
                  <a:lnTo>
                    <a:pt x="689515" y="7"/>
                  </a:lnTo>
                  <a:lnTo>
                    <a:pt x="644938" y="7"/>
                  </a:lnTo>
                  <a:cubicBezTo>
                    <a:pt x="630019" y="-250"/>
                    <a:pt x="615937" y="6880"/>
                    <a:pt x="607314" y="19057"/>
                  </a:cubicBezTo>
                  <a:lnTo>
                    <a:pt x="527590" y="19057"/>
                  </a:lnTo>
                  <a:lnTo>
                    <a:pt x="527590" y="57157"/>
                  </a:lnTo>
                  <a:lnTo>
                    <a:pt x="584740" y="57157"/>
                  </a:lnTo>
                  <a:cubicBezTo>
                    <a:pt x="597408" y="89351"/>
                    <a:pt x="599027" y="136405"/>
                    <a:pt x="599027" y="166599"/>
                  </a:cubicBezTo>
                  <a:cubicBezTo>
                    <a:pt x="598985" y="172079"/>
                    <a:pt x="598603" y="177550"/>
                    <a:pt x="597884" y="182982"/>
                  </a:cubicBezTo>
                  <a:lnTo>
                    <a:pt x="597884" y="183744"/>
                  </a:lnTo>
                  <a:cubicBezTo>
                    <a:pt x="598083" y="184395"/>
                    <a:pt x="598083" y="185093"/>
                    <a:pt x="597884" y="185744"/>
                  </a:cubicBezTo>
                  <a:cubicBezTo>
                    <a:pt x="590031" y="250871"/>
                    <a:pt x="530869" y="297300"/>
                    <a:pt x="465742" y="289447"/>
                  </a:cubicBezTo>
                  <a:cubicBezTo>
                    <a:pt x="404239" y="282031"/>
                    <a:pt x="358764" y="228592"/>
                    <a:pt x="361283" y="166694"/>
                  </a:cubicBezTo>
                  <a:cubicBezTo>
                    <a:pt x="361283" y="165075"/>
                    <a:pt x="361283" y="163551"/>
                    <a:pt x="361283" y="162027"/>
                  </a:cubicBezTo>
                  <a:lnTo>
                    <a:pt x="98870" y="162027"/>
                  </a:lnTo>
                  <a:cubicBezTo>
                    <a:pt x="65315" y="187967"/>
                    <a:pt x="46798" y="228852"/>
                    <a:pt x="49435" y="271184"/>
                  </a:cubicBezTo>
                  <a:cubicBezTo>
                    <a:pt x="49521" y="272920"/>
                    <a:pt x="49908" y="274628"/>
                    <a:pt x="50578" y="276232"/>
                  </a:cubicBezTo>
                  <a:lnTo>
                    <a:pt x="16097" y="276232"/>
                  </a:lnTo>
                  <a:lnTo>
                    <a:pt x="0" y="314332"/>
                  </a:lnTo>
                  <a:lnTo>
                    <a:pt x="325088" y="314332"/>
                  </a:lnTo>
                  <a:cubicBezTo>
                    <a:pt x="325946" y="315665"/>
                    <a:pt x="326708" y="317094"/>
                    <a:pt x="327660" y="318332"/>
                  </a:cubicBezTo>
                  <a:lnTo>
                    <a:pt x="349187" y="345288"/>
                  </a:lnTo>
                  <a:cubicBezTo>
                    <a:pt x="361664" y="362824"/>
                    <a:pt x="382278" y="372716"/>
                    <a:pt x="403765" y="371482"/>
                  </a:cubicBezTo>
                  <a:lnTo>
                    <a:pt x="603028" y="371482"/>
                  </a:lnTo>
                  <a:cubicBezTo>
                    <a:pt x="580228" y="315503"/>
                    <a:pt x="607124" y="251641"/>
                    <a:pt x="663101" y="228841"/>
                  </a:cubicBezTo>
                  <a:cubicBezTo>
                    <a:pt x="710097" y="209699"/>
                    <a:pt x="764089" y="225374"/>
                    <a:pt x="793528" y="266707"/>
                  </a:cubicBezTo>
                  <a:lnTo>
                    <a:pt x="796957" y="266707"/>
                  </a:lnTo>
                  <a:cubicBezTo>
                    <a:pt x="780002" y="190983"/>
                    <a:pt x="715899" y="165075"/>
                    <a:pt x="666845" y="156407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8CF315B6-9977-E40B-B680-E78391554F96}"/>
                </a:ext>
              </a:extLst>
            </p:cNvPr>
            <p:cNvSpPr/>
            <p:nvPr/>
          </p:nvSpPr>
          <p:spPr>
            <a:xfrm>
              <a:off x="8911018" y="4320953"/>
              <a:ext cx="270825" cy="270823"/>
            </a:xfrm>
            <a:custGeom>
              <a:avLst/>
              <a:gdLst>
                <a:gd name="csX0" fmla="*/ 161925 w 161925"/>
                <a:gd name="csY0" fmla="*/ 80962 h 161924"/>
                <a:gd name="csX1" fmla="*/ 80963 w 161925"/>
                <a:gd name="csY1" fmla="*/ 161925 h 161924"/>
                <a:gd name="csX2" fmla="*/ 0 w 161925"/>
                <a:gd name="csY2" fmla="*/ 80962 h 161924"/>
                <a:gd name="csX3" fmla="*/ 80963 w 161925"/>
                <a:gd name="csY3" fmla="*/ 0 h 161924"/>
                <a:gd name="csX4" fmla="*/ 161925 w 161925"/>
                <a:gd name="csY4" fmla="*/ 80962 h 161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1925" h="161924">
                  <a:moveTo>
                    <a:pt x="161925" y="80962"/>
                  </a:moveTo>
                  <a:cubicBezTo>
                    <a:pt x="161925" y="125677"/>
                    <a:pt x="125677" y="161925"/>
                    <a:pt x="80963" y="161925"/>
                  </a:cubicBezTo>
                  <a:cubicBezTo>
                    <a:pt x="36248" y="161925"/>
                    <a:pt x="0" y="125677"/>
                    <a:pt x="0" y="80962"/>
                  </a:cubicBezTo>
                  <a:cubicBezTo>
                    <a:pt x="0" y="36248"/>
                    <a:pt x="36248" y="0"/>
                    <a:pt x="80963" y="0"/>
                  </a:cubicBezTo>
                  <a:cubicBezTo>
                    <a:pt x="125677" y="0"/>
                    <a:pt x="161925" y="36248"/>
                    <a:pt x="161925" y="80962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82C96964-C14C-B12B-3A22-C344BCDAF6A8}"/>
                </a:ext>
              </a:extLst>
            </p:cNvPr>
            <p:cNvSpPr/>
            <p:nvPr/>
          </p:nvSpPr>
          <p:spPr>
            <a:xfrm>
              <a:off x="4894374" y="10543328"/>
              <a:ext cx="95585" cy="127447"/>
            </a:xfrm>
            <a:custGeom>
              <a:avLst/>
              <a:gdLst>
                <a:gd name="csX0" fmla="*/ 0 w 57150"/>
                <a:gd name="csY0" fmla="*/ 0 h 76200"/>
                <a:gd name="csX1" fmla="*/ 57150 w 57150"/>
                <a:gd name="csY1" fmla="*/ 0 h 76200"/>
                <a:gd name="csX2" fmla="*/ 57150 w 57150"/>
                <a:gd name="csY2" fmla="*/ 76200 h 76200"/>
                <a:gd name="csX3" fmla="*/ 0 w 57150"/>
                <a:gd name="csY3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0"/>
                  </a:lnTo>
                  <a:lnTo>
                    <a:pt x="57150" y="76200"/>
                  </a:lnTo>
                  <a:lnTo>
                    <a:pt x="0" y="762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39B8D6A4-1E4C-C324-78C0-C2819240FC13}"/>
                </a:ext>
              </a:extLst>
            </p:cNvPr>
            <p:cNvSpPr/>
            <p:nvPr/>
          </p:nvSpPr>
          <p:spPr>
            <a:xfrm>
              <a:off x="4894374" y="10734499"/>
              <a:ext cx="95585" cy="95585"/>
            </a:xfrm>
            <a:custGeom>
              <a:avLst/>
              <a:gdLst>
                <a:gd name="csX0" fmla="*/ 0 w 57150"/>
                <a:gd name="csY0" fmla="*/ 0 h 57150"/>
                <a:gd name="csX1" fmla="*/ 57150 w 57150"/>
                <a:gd name="csY1" fmla="*/ 0 h 57150"/>
                <a:gd name="csX2" fmla="*/ 57150 w 57150"/>
                <a:gd name="csY2" fmla="*/ 57150 h 57150"/>
                <a:gd name="csX3" fmla="*/ 0 w 57150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DC9FDE0E-90D4-4934-6D09-B008E7CE3275}"/>
                </a:ext>
              </a:extLst>
            </p:cNvPr>
            <p:cNvSpPr/>
            <p:nvPr/>
          </p:nvSpPr>
          <p:spPr>
            <a:xfrm>
              <a:off x="5053684" y="10734499"/>
              <a:ext cx="461995" cy="95585"/>
            </a:xfrm>
            <a:custGeom>
              <a:avLst/>
              <a:gdLst>
                <a:gd name="csX0" fmla="*/ 0 w 276225"/>
                <a:gd name="csY0" fmla="*/ 0 h 57150"/>
                <a:gd name="csX1" fmla="*/ 276225 w 276225"/>
                <a:gd name="csY1" fmla="*/ 0 h 57150"/>
                <a:gd name="csX2" fmla="*/ 276225 w 276225"/>
                <a:gd name="csY2" fmla="*/ 57150 h 57150"/>
                <a:gd name="csX3" fmla="*/ 0 w 276225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6225" h="57150">
                  <a:moveTo>
                    <a:pt x="0" y="0"/>
                  </a:moveTo>
                  <a:lnTo>
                    <a:pt x="276225" y="0"/>
                  </a:lnTo>
                  <a:lnTo>
                    <a:pt x="276225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F3AD9B1A-3BEC-705C-C97A-3934F49125CE}"/>
                </a:ext>
              </a:extLst>
            </p:cNvPr>
            <p:cNvSpPr/>
            <p:nvPr/>
          </p:nvSpPr>
          <p:spPr>
            <a:xfrm>
              <a:off x="4368656" y="10734499"/>
              <a:ext cx="461995" cy="95585"/>
            </a:xfrm>
            <a:custGeom>
              <a:avLst/>
              <a:gdLst>
                <a:gd name="csX0" fmla="*/ 0 w 276225"/>
                <a:gd name="csY0" fmla="*/ 0 h 57150"/>
                <a:gd name="csX1" fmla="*/ 276225 w 276225"/>
                <a:gd name="csY1" fmla="*/ 0 h 57150"/>
                <a:gd name="csX2" fmla="*/ 276225 w 276225"/>
                <a:gd name="csY2" fmla="*/ 57150 h 57150"/>
                <a:gd name="csX3" fmla="*/ 0 w 276225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6225" h="57150">
                  <a:moveTo>
                    <a:pt x="0" y="0"/>
                  </a:moveTo>
                  <a:lnTo>
                    <a:pt x="276225" y="0"/>
                  </a:lnTo>
                  <a:lnTo>
                    <a:pt x="276225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C8DA88F1-A6FB-B576-8CE5-7A563F999F49}"/>
                </a:ext>
              </a:extLst>
            </p:cNvPr>
            <p:cNvSpPr/>
            <p:nvPr/>
          </p:nvSpPr>
          <p:spPr>
            <a:xfrm>
              <a:off x="4432379" y="10288435"/>
              <a:ext cx="1019576" cy="254894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0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0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0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0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57B1816B-A49D-35AE-08C2-091DBBF55D23}"/>
                </a:ext>
              </a:extLst>
            </p:cNvPr>
            <p:cNvSpPr/>
            <p:nvPr/>
          </p:nvSpPr>
          <p:spPr>
            <a:xfrm>
              <a:off x="4432379" y="9969817"/>
              <a:ext cx="1019576" cy="254894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0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0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0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0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AD869955-4937-6575-03D2-43376EF5BE5C}"/>
                </a:ext>
              </a:extLst>
            </p:cNvPr>
            <p:cNvSpPr/>
            <p:nvPr/>
          </p:nvSpPr>
          <p:spPr>
            <a:xfrm>
              <a:off x="4432379" y="9651200"/>
              <a:ext cx="1019576" cy="254894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1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1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1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1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6129F146-5606-34CA-11D7-85B549EABC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2068" y="7823991"/>
              <a:ext cx="0" cy="4788776"/>
            </a:xfrm>
            <a:prstGeom prst="line">
              <a:avLst/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图形 9" descr="头上的大脑 纯色填充">
              <a:extLst>
                <a:ext uri="{FF2B5EF4-FFF2-40B4-BE49-F238E27FC236}">
                  <a16:creationId xmlns:a16="http://schemas.microsoft.com/office/drawing/2014/main" id="{8A3BE3C5-A198-56A6-E5CD-CAD286354C90}"/>
                </a:ext>
              </a:extLst>
            </p:cNvPr>
            <p:cNvSpPr/>
            <p:nvPr/>
          </p:nvSpPr>
          <p:spPr>
            <a:xfrm>
              <a:off x="5228465" y="4975187"/>
              <a:ext cx="2519046" cy="2962275"/>
            </a:xfrm>
            <a:custGeom>
              <a:avLst/>
              <a:gdLst>
                <a:gd name="csX0" fmla="*/ 1012204 w 1506127"/>
                <a:gd name="csY0" fmla="*/ 726165 h 1771133"/>
                <a:gd name="csX1" fmla="*/ 815166 w 1506127"/>
                <a:gd name="csY1" fmla="*/ 726165 h 1771133"/>
                <a:gd name="csX2" fmla="*/ 662406 w 1506127"/>
                <a:gd name="csY2" fmla="*/ 876711 h 1771133"/>
                <a:gd name="csX3" fmla="*/ 662406 w 1506127"/>
                <a:gd name="csY3" fmla="*/ 1040541 h 1771133"/>
                <a:gd name="csX4" fmla="*/ 562779 w 1506127"/>
                <a:gd name="csY4" fmla="*/ 1040541 h 1771133"/>
                <a:gd name="csX5" fmla="*/ 562779 w 1506127"/>
                <a:gd name="csY5" fmla="*/ 909920 h 1771133"/>
                <a:gd name="csX6" fmla="*/ 531785 w 1506127"/>
                <a:gd name="csY6" fmla="*/ 766015 h 1771133"/>
                <a:gd name="csX7" fmla="*/ 465367 w 1506127"/>
                <a:gd name="csY7" fmla="*/ 708453 h 1771133"/>
                <a:gd name="csX8" fmla="*/ 416661 w 1506127"/>
                <a:gd name="csY8" fmla="*/ 666389 h 1771133"/>
                <a:gd name="csX9" fmla="*/ 401163 w 1506127"/>
                <a:gd name="csY9" fmla="*/ 635394 h 1771133"/>
                <a:gd name="csX10" fmla="*/ 483078 w 1506127"/>
                <a:gd name="csY10" fmla="*/ 624325 h 1771133"/>
                <a:gd name="csX11" fmla="*/ 507431 w 1506127"/>
                <a:gd name="csY11" fmla="*/ 602185 h 1771133"/>
                <a:gd name="csX12" fmla="*/ 489720 w 1506127"/>
                <a:gd name="csY12" fmla="*/ 573404 h 1771133"/>
                <a:gd name="csX13" fmla="*/ 387880 w 1506127"/>
                <a:gd name="csY13" fmla="*/ 584474 h 1771133"/>
                <a:gd name="csX14" fmla="*/ 385666 w 1506127"/>
                <a:gd name="csY14" fmla="*/ 573404 h 1771133"/>
                <a:gd name="csX15" fmla="*/ 392308 w 1506127"/>
                <a:gd name="csY15" fmla="*/ 513629 h 1771133"/>
                <a:gd name="csX16" fmla="*/ 496362 w 1506127"/>
                <a:gd name="csY16" fmla="*/ 431714 h 1771133"/>
                <a:gd name="csX17" fmla="*/ 522929 w 1506127"/>
                <a:gd name="csY17" fmla="*/ 425072 h 1771133"/>
                <a:gd name="csX18" fmla="*/ 529571 w 1506127"/>
                <a:gd name="csY18" fmla="*/ 422858 h 1771133"/>
                <a:gd name="csX19" fmla="*/ 531785 w 1506127"/>
                <a:gd name="csY19" fmla="*/ 422858 h 1771133"/>
                <a:gd name="csX20" fmla="*/ 560565 w 1506127"/>
                <a:gd name="csY20" fmla="*/ 429500 h 1771133"/>
                <a:gd name="csX21" fmla="*/ 571635 w 1506127"/>
                <a:gd name="csY21" fmla="*/ 431714 h 1771133"/>
                <a:gd name="csX22" fmla="*/ 584919 w 1506127"/>
                <a:gd name="csY22" fmla="*/ 433928 h 1771133"/>
                <a:gd name="csX23" fmla="*/ 615913 w 1506127"/>
                <a:gd name="csY23" fmla="*/ 526912 h 1771133"/>
                <a:gd name="csX24" fmla="*/ 571635 w 1506127"/>
                <a:gd name="csY24" fmla="*/ 613255 h 1771133"/>
                <a:gd name="csX25" fmla="*/ 569421 w 1506127"/>
                <a:gd name="csY25" fmla="*/ 648678 h 1771133"/>
                <a:gd name="csX26" fmla="*/ 602630 w 1506127"/>
                <a:gd name="csY26" fmla="*/ 650892 h 1771133"/>
                <a:gd name="csX27" fmla="*/ 640267 w 1506127"/>
                <a:gd name="csY27" fmla="*/ 604399 h 1771133"/>
                <a:gd name="csX28" fmla="*/ 642480 w 1506127"/>
                <a:gd name="csY28" fmla="*/ 604399 h 1771133"/>
                <a:gd name="csX29" fmla="*/ 750962 w 1506127"/>
                <a:gd name="csY29" fmla="*/ 571191 h 1771133"/>
                <a:gd name="csX30" fmla="*/ 762032 w 1506127"/>
                <a:gd name="csY30" fmla="*/ 555693 h 1771133"/>
                <a:gd name="csX31" fmla="*/ 757604 w 1506127"/>
                <a:gd name="csY31" fmla="*/ 537982 h 1771133"/>
                <a:gd name="csX32" fmla="*/ 724395 w 1506127"/>
                <a:gd name="csY32" fmla="*/ 531340 h 1771133"/>
                <a:gd name="csX33" fmla="*/ 660192 w 1506127"/>
                <a:gd name="csY33" fmla="*/ 553479 h 1771133"/>
                <a:gd name="csX34" fmla="*/ 664620 w 1506127"/>
                <a:gd name="csY34" fmla="*/ 531340 h 1771133"/>
                <a:gd name="csX35" fmla="*/ 651336 w 1506127"/>
                <a:gd name="csY35" fmla="*/ 449425 h 1771133"/>
                <a:gd name="csX36" fmla="*/ 704470 w 1506127"/>
                <a:gd name="csY36" fmla="*/ 453853 h 1771133"/>
                <a:gd name="csX37" fmla="*/ 750962 w 1506127"/>
                <a:gd name="csY37" fmla="*/ 449425 h 1771133"/>
                <a:gd name="csX38" fmla="*/ 861658 w 1506127"/>
                <a:gd name="csY38" fmla="*/ 520270 h 1771133"/>
                <a:gd name="csX39" fmla="*/ 972354 w 1506127"/>
                <a:gd name="csY39" fmla="*/ 648678 h 1771133"/>
                <a:gd name="csX40" fmla="*/ 983424 w 1506127"/>
                <a:gd name="csY40" fmla="*/ 673031 h 1771133"/>
                <a:gd name="csX41" fmla="*/ 1009991 w 1506127"/>
                <a:gd name="csY41" fmla="*/ 673031 h 1771133"/>
                <a:gd name="csX42" fmla="*/ 1021060 w 1506127"/>
                <a:gd name="csY42" fmla="*/ 648678 h 1771133"/>
                <a:gd name="csX43" fmla="*/ 961284 w 1506127"/>
                <a:gd name="csY43" fmla="*/ 526912 h 1771133"/>
                <a:gd name="csX44" fmla="*/ 1038772 w 1506127"/>
                <a:gd name="csY44" fmla="*/ 487062 h 1771133"/>
                <a:gd name="csX45" fmla="*/ 1036558 w 1506127"/>
                <a:gd name="csY45" fmla="*/ 451639 h 1771133"/>
                <a:gd name="csX46" fmla="*/ 1001135 w 1506127"/>
                <a:gd name="csY46" fmla="*/ 453853 h 1771133"/>
                <a:gd name="csX47" fmla="*/ 919220 w 1506127"/>
                <a:gd name="csY47" fmla="*/ 475992 h 1771133"/>
                <a:gd name="csX48" fmla="*/ 804096 w 1506127"/>
                <a:gd name="csY48" fmla="*/ 433928 h 1771133"/>
                <a:gd name="csX49" fmla="*/ 890439 w 1506127"/>
                <a:gd name="csY49" fmla="*/ 358655 h 1771133"/>
                <a:gd name="csX50" fmla="*/ 881583 w 1506127"/>
                <a:gd name="csY50" fmla="*/ 323232 h 1771133"/>
                <a:gd name="csX51" fmla="*/ 848375 w 1506127"/>
                <a:gd name="csY51" fmla="*/ 332088 h 1771133"/>
                <a:gd name="csX52" fmla="*/ 604844 w 1506127"/>
                <a:gd name="csY52" fmla="*/ 389649 h 1771133"/>
                <a:gd name="csX53" fmla="*/ 642480 w 1506127"/>
                <a:gd name="csY53" fmla="*/ 290023 h 1771133"/>
                <a:gd name="csX54" fmla="*/ 629197 w 1506127"/>
                <a:gd name="csY54" fmla="*/ 267884 h 1771133"/>
                <a:gd name="csX55" fmla="*/ 602630 w 1506127"/>
                <a:gd name="csY55" fmla="*/ 270098 h 1771133"/>
                <a:gd name="csX56" fmla="*/ 591560 w 1506127"/>
                <a:gd name="csY56" fmla="*/ 294451 h 1771133"/>
                <a:gd name="csX57" fmla="*/ 511859 w 1506127"/>
                <a:gd name="csY57" fmla="*/ 378580 h 1771133"/>
                <a:gd name="csX58" fmla="*/ 489720 w 1506127"/>
                <a:gd name="csY58" fmla="*/ 385222 h 1771133"/>
                <a:gd name="csX59" fmla="*/ 414447 w 1506127"/>
                <a:gd name="csY59" fmla="*/ 321018 h 1771133"/>
                <a:gd name="csX60" fmla="*/ 390094 w 1506127"/>
                <a:gd name="csY60" fmla="*/ 327660 h 1771133"/>
                <a:gd name="csX61" fmla="*/ 383452 w 1506127"/>
                <a:gd name="csY61" fmla="*/ 354227 h 1771133"/>
                <a:gd name="csX62" fmla="*/ 403377 w 1506127"/>
                <a:gd name="csY62" fmla="*/ 371938 h 1771133"/>
                <a:gd name="csX63" fmla="*/ 443228 w 1506127"/>
                <a:gd name="csY63" fmla="*/ 405147 h 1771133"/>
                <a:gd name="csX64" fmla="*/ 443228 w 1506127"/>
                <a:gd name="csY64" fmla="*/ 407361 h 1771133"/>
                <a:gd name="csX65" fmla="*/ 352457 w 1506127"/>
                <a:gd name="csY65" fmla="*/ 500345 h 1771133"/>
                <a:gd name="csX66" fmla="*/ 345816 w 1506127"/>
                <a:gd name="csY66" fmla="*/ 531340 h 1771133"/>
                <a:gd name="csX67" fmla="*/ 334746 w 1506127"/>
                <a:gd name="csY67" fmla="*/ 515843 h 1771133"/>
                <a:gd name="csX68" fmla="*/ 317035 w 1506127"/>
                <a:gd name="csY68" fmla="*/ 456067 h 1771133"/>
                <a:gd name="csX69" fmla="*/ 301537 w 1506127"/>
                <a:gd name="csY69" fmla="*/ 436142 h 1771133"/>
                <a:gd name="csX70" fmla="*/ 277184 w 1506127"/>
                <a:gd name="csY70" fmla="*/ 440569 h 1771133"/>
                <a:gd name="csX71" fmla="*/ 270542 w 1506127"/>
                <a:gd name="csY71" fmla="*/ 464923 h 1771133"/>
                <a:gd name="csX72" fmla="*/ 294895 w 1506127"/>
                <a:gd name="csY72" fmla="*/ 537982 h 1771133"/>
                <a:gd name="csX73" fmla="*/ 350243 w 1506127"/>
                <a:gd name="csY73" fmla="*/ 588902 h 1771133"/>
                <a:gd name="csX74" fmla="*/ 379024 w 1506127"/>
                <a:gd name="csY74" fmla="*/ 679672 h 1771133"/>
                <a:gd name="csX75" fmla="*/ 321462 w 1506127"/>
                <a:gd name="csY75" fmla="*/ 728379 h 1771133"/>
                <a:gd name="csX76" fmla="*/ 308179 w 1506127"/>
                <a:gd name="csY76" fmla="*/ 750518 h 1771133"/>
                <a:gd name="csX77" fmla="*/ 321462 w 1506127"/>
                <a:gd name="csY77" fmla="*/ 772657 h 1771133"/>
                <a:gd name="csX78" fmla="*/ 345816 w 1506127"/>
                <a:gd name="csY78" fmla="*/ 770443 h 1771133"/>
                <a:gd name="csX79" fmla="*/ 405591 w 1506127"/>
                <a:gd name="csY79" fmla="*/ 719523 h 1771133"/>
                <a:gd name="csX80" fmla="*/ 445442 w 1506127"/>
                <a:gd name="csY80" fmla="*/ 748304 h 1771133"/>
                <a:gd name="csX81" fmla="*/ 503004 w 1506127"/>
                <a:gd name="csY81" fmla="*/ 797010 h 1771133"/>
                <a:gd name="csX82" fmla="*/ 522929 w 1506127"/>
                <a:gd name="csY82" fmla="*/ 907706 h 1771133"/>
                <a:gd name="csX83" fmla="*/ 522929 w 1506127"/>
                <a:gd name="csY83" fmla="*/ 1040541 h 1771133"/>
                <a:gd name="csX84" fmla="*/ 421089 w 1506127"/>
                <a:gd name="csY84" fmla="*/ 1040541 h 1771133"/>
                <a:gd name="csX85" fmla="*/ 332532 w 1506127"/>
                <a:gd name="csY85" fmla="*/ 863428 h 1771133"/>
                <a:gd name="csX86" fmla="*/ 193055 w 1506127"/>
                <a:gd name="csY86" fmla="*/ 715095 h 1771133"/>
                <a:gd name="csX87" fmla="*/ 190841 w 1506127"/>
                <a:gd name="csY87" fmla="*/ 699598 h 1771133"/>
                <a:gd name="csX88" fmla="*/ 197483 w 1506127"/>
                <a:gd name="csY88" fmla="*/ 522484 h 1771133"/>
                <a:gd name="csX89" fmla="*/ 190841 w 1506127"/>
                <a:gd name="csY89" fmla="*/ 475992 h 1771133"/>
                <a:gd name="csX90" fmla="*/ 312607 w 1506127"/>
                <a:gd name="csY90" fmla="*/ 329874 h 1771133"/>
                <a:gd name="csX91" fmla="*/ 456511 w 1506127"/>
                <a:gd name="csY91" fmla="*/ 228033 h 1771133"/>
                <a:gd name="csX92" fmla="*/ 491934 w 1506127"/>
                <a:gd name="csY92" fmla="*/ 232461 h 1771133"/>
                <a:gd name="csX93" fmla="*/ 598202 w 1506127"/>
                <a:gd name="csY93" fmla="*/ 179327 h 1771133"/>
                <a:gd name="csX94" fmla="*/ 711112 w 1506127"/>
                <a:gd name="csY94" fmla="*/ 219178 h 1771133"/>
                <a:gd name="csX95" fmla="*/ 843947 w 1506127"/>
                <a:gd name="csY95" fmla="*/ 199253 h 1771133"/>
                <a:gd name="csX96" fmla="*/ 941359 w 1506127"/>
                <a:gd name="csY96" fmla="*/ 292237 h 1771133"/>
                <a:gd name="csX97" fmla="*/ 950215 w 1506127"/>
                <a:gd name="csY97" fmla="*/ 292237 h 1771133"/>
                <a:gd name="csX98" fmla="*/ 1102975 w 1506127"/>
                <a:gd name="csY98" fmla="*/ 442783 h 1771133"/>
                <a:gd name="csX99" fmla="*/ 1102975 w 1506127"/>
                <a:gd name="csY99" fmla="*/ 449425 h 1771133"/>
                <a:gd name="csX100" fmla="*/ 1178248 w 1506127"/>
                <a:gd name="csY100" fmla="*/ 591116 h 1771133"/>
                <a:gd name="csX101" fmla="*/ 1012204 w 1506127"/>
                <a:gd name="csY101" fmla="*/ 726165 h 1771133"/>
                <a:gd name="csX102" fmla="*/ 1483769 w 1506127"/>
                <a:gd name="csY102" fmla="*/ 958626 h 1771133"/>
                <a:gd name="csX103" fmla="*/ 1331008 w 1506127"/>
                <a:gd name="csY103" fmla="*/ 695170 h 1771133"/>
                <a:gd name="csX104" fmla="*/ 1331008 w 1506127"/>
                <a:gd name="csY104" fmla="*/ 686314 h 1771133"/>
                <a:gd name="csX105" fmla="*/ 1005563 w 1506127"/>
                <a:gd name="csY105" fmla="*/ 92985 h 1771133"/>
                <a:gd name="csX106" fmla="*/ 325890 w 1506127"/>
                <a:gd name="csY106" fmla="*/ 92985 h 1771133"/>
                <a:gd name="csX107" fmla="*/ 445 w 1506127"/>
                <a:gd name="csY107" fmla="*/ 686314 h 1771133"/>
                <a:gd name="csX108" fmla="*/ 261687 w 1506127"/>
                <a:gd name="csY108" fmla="*/ 1217654 h 1771133"/>
                <a:gd name="csX109" fmla="*/ 261687 w 1506127"/>
                <a:gd name="csY109" fmla="*/ 1771133 h 1771133"/>
                <a:gd name="csX110" fmla="*/ 961284 w 1506127"/>
                <a:gd name="csY110" fmla="*/ 1771133 h 1771133"/>
                <a:gd name="csX111" fmla="*/ 961284 w 1506127"/>
                <a:gd name="csY111" fmla="*/ 1507677 h 1771133"/>
                <a:gd name="csX112" fmla="*/ 1069766 w 1506127"/>
                <a:gd name="csY112" fmla="*/ 1507677 h 1771133"/>
                <a:gd name="csX113" fmla="*/ 1255735 w 1506127"/>
                <a:gd name="csY113" fmla="*/ 1430190 h 1771133"/>
                <a:gd name="csX114" fmla="*/ 1331008 w 1506127"/>
                <a:gd name="csY114" fmla="*/ 1244221 h 1771133"/>
                <a:gd name="csX115" fmla="*/ 1331008 w 1506127"/>
                <a:gd name="csY115" fmla="*/ 1111386 h 1771133"/>
                <a:gd name="csX116" fmla="*/ 1428421 w 1506127"/>
                <a:gd name="csY116" fmla="*/ 1111386 h 1771133"/>
                <a:gd name="csX117" fmla="*/ 1483769 w 1506127"/>
                <a:gd name="csY117" fmla="*/ 958626 h 17711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</a:cxnLst>
              <a:rect l="l" t="t" r="r" b="b"/>
              <a:pathLst>
                <a:path w="1506127" h="1771133">
                  <a:moveTo>
                    <a:pt x="1012204" y="726165"/>
                  </a:moveTo>
                  <a:lnTo>
                    <a:pt x="815166" y="726165"/>
                  </a:lnTo>
                  <a:cubicBezTo>
                    <a:pt x="731037" y="726165"/>
                    <a:pt x="662406" y="792582"/>
                    <a:pt x="662406" y="876711"/>
                  </a:cubicBezTo>
                  <a:lnTo>
                    <a:pt x="662406" y="1040541"/>
                  </a:lnTo>
                  <a:lnTo>
                    <a:pt x="562779" y="1040541"/>
                  </a:lnTo>
                  <a:lnTo>
                    <a:pt x="562779" y="909920"/>
                  </a:lnTo>
                  <a:cubicBezTo>
                    <a:pt x="562779" y="863428"/>
                    <a:pt x="564993" y="803652"/>
                    <a:pt x="531785" y="766015"/>
                  </a:cubicBezTo>
                  <a:cubicBezTo>
                    <a:pt x="511859" y="743876"/>
                    <a:pt x="489720" y="726165"/>
                    <a:pt x="465367" y="708453"/>
                  </a:cubicBezTo>
                  <a:cubicBezTo>
                    <a:pt x="447656" y="697384"/>
                    <a:pt x="429944" y="684100"/>
                    <a:pt x="416661" y="666389"/>
                  </a:cubicBezTo>
                  <a:cubicBezTo>
                    <a:pt x="410019" y="657533"/>
                    <a:pt x="405591" y="646464"/>
                    <a:pt x="401163" y="635394"/>
                  </a:cubicBezTo>
                  <a:cubicBezTo>
                    <a:pt x="427730" y="624325"/>
                    <a:pt x="456511" y="622111"/>
                    <a:pt x="483078" y="624325"/>
                  </a:cubicBezTo>
                  <a:cubicBezTo>
                    <a:pt x="496362" y="624325"/>
                    <a:pt x="507431" y="615469"/>
                    <a:pt x="507431" y="602185"/>
                  </a:cubicBezTo>
                  <a:cubicBezTo>
                    <a:pt x="509645" y="588902"/>
                    <a:pt x="500790" y="577832"/>
                    <a:pt x="489720" y="573404"/>
                  </a:cubicBezTo>
                  <a:cubicBezTo>
                    <a:pt x="456511" y="568977"/>
                    <a:pt x="421089" y="573404"/>
                    <a:pt x="387880" y="584474"/>
                  </a:cubicBezTo>
                  <a:cubicBezTo>
                    <a:pt x="387880" y="580046"/>
                    <a:pt x="387880" y="575618"/>
                    <a:pt x="385666" y="573404"/>
                  </a:cubicBezTo>
                  <a:cubicBezTo>
                    <a:pt x="383452" y="553479"/>
                    <a:pt x="387880" y="533554"/>
                    <a:pt x="392308" y="513629"/>
                  </a:cubicBezTo>
                  <a:cubicBezTo>
                    <a:pt x="410019" y="467136"/>
                    <a:pt x="454297" y="447211"/>
                    <a:pt x="496362" y="431714"/>
                  </a:cubicBezTo>
                  <a:cubicBezTo>
                    <a:pt x="503004" y="429500"/>
                    <a:pt x="511859" y="427286"/>
                    <a:pt x="522929" y="425072"/>
                  </a:cubicBezTo>
                  <a:lnTo>
                    <a:pt x="529571" y="422858"/>
                  </a:lnTo>
                  <a:lnTo>
                    <a:pt x="531785" y="422858"/>
                  </a:lnTo>
                  <a:cubicBezTo>
                    <a:pt x="542854" y="425072"/>
                    <a:pt x="551710" y="427286"/>
                    <a:pt x="560565" y="429500"/>
                  </a:cubicBezTo>
                  <a:lnTo>
                    <a:pt x="571635" y="431714"/>
                  </a:lnTo>
                  <a:lnTo>
                    <a:pt x="584919" y="433928"/>
                  </a:lnTo>
                  <a:cubicBezTo>
                    <a:pt x="607058" y="460495"/>
                    <a:pt x="618127" y="493703"/>
                    <a:pt x="615913" y="526912"/>
                  </a:cubicBezTo>
                  <a:cubicBezTo>
                    <a:pt x="613699" y="560121"/>
                    <a:pt x="598202" y="591116"/>
                    <a:pt x="571635" y="613255"/>
                  </a:cubicBezTo>
                  <a:cubicBezTo>
                    <a:pt x="562779" y="622111"/>
                    <a:pt x="560565" y="637608"/>
                    <a:pt x="569421" y="648678"/>
                  </a:cubicBezTo>
                  <a:cubicBezTo>
                    <a:pt x="578277" y="657533"/>
                    <a:pt x="591560" y="659747"/>
                    <a:pt x="602630" y="650892"/>
                  </a:cubicBezTo>
                  <a:cubicBezTo>
                    <a:pt x="618127" y="637608"/>
                    <a:pt x="631411" y="622111"/>
                    <a:pt x="640267" y="604399"/>
                  </a:cubicBezTo>
                  <a:lnTo>
                    <a:pt x="642480" y="604399"/>
                  </a:lnTo>
                  <a:cubicBezTo>
                    <a:pt x="680117" y="599971"/>
                    <a:pt x="717754" y="588902"/>
                    <a:pt x="750962" y="571191"/>
                  </a:cubicBezTo>
                  <a:cubicBezTo>
                    <a:pt x="755390" y="566763"/>
                    <a:pt x="759818" y="562335"/>
                    <a:pt x="762032" y="555693"/>
                  </a:cubicBezTo>
                  <a:cubicBezTo>
                    <a:pt x="764246" y="549051"/>
                    <a:pt x="762032" y="542410"/>
                    <a:pt x="757604" y="537982"/>
                  </a:cubicBezTo>
                  <a:cubicBezTo>
                    <a:pt x="748748" y="526912"/>
                    <a:pt x="735465" y="524698"/>
                    <a:pt x="724395" y="531340"/>
                  </a:cubicBezTo>
                  <a:cubicBezTo>
                    <a:pt x="704470" y="542410"/>
                    <a:pt x="684545" y="551265"/>
                    <a:pt x="660192" y="553479"/>
                  </a:cubicBezTo>
                  <a:cubicBezTo>
                    <a:pt x="662406" y="546837"/>
                    <a:pt x="664620" y="537982"/>
                    <a:pt x="664620" y="531340"/>
                  </a:cubicBezTo>
                  <a:cubicBezTo>
                    <a:pt x="666833" y="502559"/>
                    <a:pt x="662406" y="473778"/>
                    <a:pt x="651336" y="449425"/>
                  </a:cubicBezTo>
                  <a:cubicBezTo>
                    <a:pt x="669047" y="451639"/>
                    <a:pt x="686759" y="453853"/>
                    <a:pt x="704470" y="453853"/>
                  </a:cubicBezTo>
                  <a:cubicBezTo>
                    <a:pt x="719967" y="453853"/>
                    <a:pt x="735465" y="451639"/>
                    <a:pt x="750962" y="449425"/>
                  </a:cubicBezTo>
                  <a:cubicBezTo>
                    <a:pt x="779743" y="484848"/>
                    <a:pt x="817380" y="509201"/>
                    <a:pt x="861658" y="520270"/>
                  </a:cubicBezTo>
                  <a:cubicBezTo>
                    <a:pt x="919220" y="549051"/>
                    <a:pt x="972354" y="586688"/>
                    <a:pt x="972354" y="648678"/>
                  </a:cubicBezTo>
                  <a:cubicBezTo>
                    <a:pt x="972354" y="657533"/>
                    <a:pt x="976782" y="668603"/>
                    <a:pt x="983424" y="673031"/>
                  </a:cubicBezTo>
                  <a:cubicBezTo>
                    <a:pt x="992279" y="677459"/>
                    <a:pt x="1001135" y="677459"/>
                    <a:pt x="1009991" y="673031"/>
                  </a:cubicBezTo>
                  <a:cubicBezTo>
                    <a:pt x="1018846" y="668603"/>
                    <a:pt x="1023274" y="657533"/>
                    <a:pt x="1021060" y="648678"/>
                  </a:cubicBezTo>
                  <a:cubicBezTo>
                    <a:pt x="1021060" y="599971"/>
                    <a:pt x="998921" y="555693"/>
                    <a:pt x="961284" y="526912"/>
                  </a:cubicBezTo>
                  <a:cubicBezTo>
                    <a:pt x="992279" y="524698"/>
                    <a:pt x="1018846" y="509201"/>
                    <a:pt x="1038772" y="487062"/>
                  </a:cubicBezTo>
                  <a:cubicBezTo>
                    <a:pt x="1047627" y="475992"/>
                    <a:pt x="1045413" y="460495"/>
                    <a:pt x="1036558" y="451639"/>
                  </a:cubicBezTo>
                  <a:cubicBezTo>
                    <a:pt x="1025488" y="442783"/>
                    <a:pt x="1009991" y="444997"/>
                    <a:pt x="1001135" y="453853"/>
                  </a:cubicBezTo>
                  <a:cubicBezTo>
                    <a:pt x="990065" y="467136"/>
                    <a:pt x="961284" y="478206"/>
                    <a:pt x="919220" y="475992"/>
                  </a:cubicBezTo>
                  <a:cubicBezTo>
                    <a:pt x="877156" y="475992"/>
                    <a:pt x="835091" y="460495"/>
                    <a:pt x="804096" y="433928"/>
                  </a:cubicBezTo>
                  <a:cubicBezTo>
                    <a:pt x="839519" y="418430"/>
                    <a:pt x="870514" y="391863"/>
                    <a:pt x="890439" y="358655"/>
                  </a:cubicBezTo>
                  <a:cubicBezTo>
                    <a:pt x="897081" y="347585"/>
                    <a:pt x="892653" y="332088"/>
                    <a:pt x="881583" y="323232"/>
                  </a:cubicBezTo>
                  <a:cubicBezTo>
                    <a:pt x="870514" y="316590"/>
                    <a:pt x="855016" y="321018"/>
                    <a:pt x="848375" y="332088"/>
                  </a:cubicBezTo>
                  <a:cubicBezTo>
                    <a:pt x="810738" y="400719"/>
                    <a:pt x="731037" y="420644"/>
                    <a:pt x="604844" y="389649"/>
                  </a:cubicBezTo>
                  <a:cubicBezTo>
                    <a:pt x="633625" y="365296"/>
                    <a:pt x="646908" y="327660"/>
                    <a:pt x="642480" y="290023"/>
                  </a:cubicBezTo>
                  <a:cubicBezTo>
                    <a:pt x="642480" y="281167"/>
                    <a:pt x="638053" y="272312"/>
                    <a:pt x="629197" y="267884"/>
                  </a:cubicBezTo>
                  <a:cubicBezTo>
                    <a:pt x="620341" y="263456"/>
                    <a:pt x="611486" y="263456"/>
                    <a:pt x="602630" y="270098"/>
                  </a:cubicBezTo>
                  <a:cubicBezTo>
                    <a:pt x="593774" y="274526"/>
                    <a:pt x="591560" y="285595"/>
                    <a:pt x="591560" y="294451"/>
                  </a:cubicBezTo>
                  <a:cubicBezTo>
                    <a:pt x="593774" y="352013"/>
                    <a:pt x="562779" y="363082"/>
                    <a:pt x="511859" y="378580"/>
                  </a:cubicBezTo>
                  <a:cubicBezTo>
                    <a:pt x="505218" y="380794"/>
                    <a:pt x="496362" y="383008"/>
                    <a:pt x="489720" y="385222"/>
                  </a:cubicBezTo>
                  <a:cubicBezTo>
                    <a:pt x="476437" y="354227"/>
                    <a:pt x="447656" y="329874"/>
                    <a:pt x="414447" y="321018"/>
                  </a:cubicBezTo>
                  <a:cubicBezTo>
                    <a:pt x="405591" y="318804"/>
                    <a:pt x="396736" y="321018"/>
                    <a:pt x="390094" y="327660"/>
                  </a:cubicBezTo>
                  <a:cubicBezTo>
                    <a:pt x="383452" y="334301"/>
                    <a:pt x="381238" y="343157"/>
                    <a:pt x="383452" y="354227"/>
                  </a:cubicBezTo>
                  <a:cubicBezTo>
                    <a:pt x="385666" y="363082"/>
                    <a:pt x="392308" y="369724"/>
                    <a:pt x="403377" y="371938"/>
                  </a:cubicBezTo>
                  <a:cubicBezTo>
                    <a:pt x="421089" y="376366"/>
                    <a:pt x="434372" y="389649"/>
                    <a:pt x="443228" y="405147"/>
                  </a:cubicBezTo>
                  <a:lnTo>
                    <a:pt x="443228" y="407361"/>
                  </a:lnTo>
                  <a:cubicBezTo>
                    <a:pt x="401163" y="425072"/>
                    <a:pt x="367955" y="458281"/>
                    <a:pt x="352457" y="500345"/>
                  </a:cubicBezTo>
                  <a:cubicBezTo>
                    <a:pt x="348029" y="509201"/>
                    <a:pt x="345816" y="520270"/>
                    <a:pt x="345816" y="531340"/>
                  </a:cubicBezTo>
                  <a:cubicBezTo>
                    <a:pt x="341388" y="526912"/>
                    <a:pt x="336960" y="522484"/>
                    <a:pt x="334746" y="515843"/>
                  </a:cubicBezTo>
                  <a:cubicBezTo>
                    <a:pt x="325890" y="498131"/>
                    <a:pt x="319249" y="475992"/>
                    <a:pt x="317035" y="456067"/>
                  </a:cubicBezTo>
                  <a:cubicBezTo>
                    <a:pt x="314821" y="447211"/>
                    <a:pt x="308179" y="438356"/>
                    <a:pt x="301537" y="436142"/>
                  </a:cubicBezTo>
                  <a:cubicBezTo>
                    <a:pt x="292682" y="431714"/>
                    <a:pt x="283826" y="433928"/>
                    <a:pt x="277184" y="440569"/>
                  </a:cubicBezTo>
                  <a:cubicBezTo>
                    <a:pt x="270542" y="447211"/>
                    <a:pt x="266115" y="456067"/>
                    <a:pt x="270542" y="464923"/>
                  </a:cubicBezTo>
                  <a:cubicBezTo>
                    <a:pt x="274970" y="491490"/>
                    <a:pt x="281612" y="515843"/>
                    <a:pt x="294895" y="537982"/>
                  </a:cubicBezTo>
                  <a:cubicBezTo>
                    <a:pt x="308179" y="560121"/>
                    <a:pt x="325890" y="577832"/>
                    <a:pt x="350243" y="588902"/>
                  </a:cubicBezTo>
                  <a:cubicBezTo>
                    <a:pt x="352457" y="619897"/>
                    <a:pt x="363527" y="650892"/>
                    <a:pt x="379024" y="679672"/>
                  </a:cubicBezTo>
                  <a:cubicBezTo>
                    <a:pt x="363527" y="699598"/>
                    <a:pt x="343602" y="715095"/>
                    <a:pt x="321462" y="728379"/>
                  </a:cubicBezTo>
                  <a:cubicBezTo>
                    <a:pt x="314821" y="732806"/>
                    <a:pt x="310393" y="741662"/>
                    <a:pt x="308179" y="750518"/>
                  </a:cubicBezTo>
                  <a:cubicBezTo>
                    <a:pt x="308179" y="759373"/>
                    <a:pt x="312607" y="768229"/>
                    <a:pt x="321462" y="772657"/>
                  </a:cubicBezTo>
                  <a:cubicBezTo>
                    <a:pt x="330318" y="777085"/>
                    <a:pt x="339174" y="777085"/>
                    <a:pt x="345816" y="770443"/>
                  </a:cubicBezTo>
                  <a:cubicBezTo>
                    <a:pt x="367955" y="754946"/>
                    <a:pt x="387880" y="739448"/>
                    <a:pt x="405591" y="719523"/>
                  </a:cubicBezTo>
                  <a:cubicBezTo>
                    <a:pt x="418875" y="730593"/>
                    <a:pt x="432158" y="739448"/>
                    <a:pt x="445442" y="748304"/>
                  </a:cubicBezTo>
                  <a:cubicBezTo>
                    <a:pt x="467581" y="761587"/>
                    <a:pt x="485292" y="777085"/>
                    <a:pt x="503004" y="797010"/>
                  </a:cubicBezTo>
                  <a:cubicBezTo>
                    <a:pt x="522929" y="821363"/>
                    <a:pt x="522929" y="867855"/>
                    <a:pt x="522929" y="907706"/>
                  </a:cubicBezTo>
                  <a:lnTo>
                    <a:pt x="522929" y="1040541"/>
                  </a:lnTo>
                  <a:lnTo>
                    <a:pt x="421089" y="1040541"/>
                  </a:lnTo>
                  <a:cubicBezTo>
                    <a:pt x="421089" y="876711"/>
                    <a:pt x="341388" y="867855"/>
                    <a:pt x="332532" y="863428"/>
                  </a:cubicBezTo>
                  <a:cubicBezTo>
                    <a:pt x="299323" y="854572"/>
                    <a:pt x="212981" y="808080"/>
                    <a:pt x="193055" y="715095"/>
                  </a:cubicBezTo>
                  <a:cubicBezTo>
                    <a:pt x="190841" y="710667"/>
                    <a:pt x="190841" y="704026"/>
                    <a:pt x="190841" y="699598"/>
                  </a:cubicBezTo>
                  <a:cubicBezTo>
                    <a:pt x="153205" y="646464"/>
                    <a:pt x="155419" y="573404"/>
                    <a:pt x="197483" y="522484"/>
                  </a:cubicBezTo>
                  <a:cubicBezTo>
                    <a:pt x="193055" y="506987"/>
                    <a:pt x="190841" y="491490"/>
                    <a:pt x="190841" y="475992"/>
                  </a:cubicBezTo>
                  <a:cubicBezTo>
                    <a:pt x="190841" y="405147"/>
                    <a:pt x="241761" y="343157"/>
                    <a:pt x="312607" y="329874"/>
                  </a:cubicBezTo>
                  <a:cubicBezTo>
                    <a:pt x="334746" y="267884"/>
                    <a:pt x="392308" y="225820"/>
                    <a:pt x="456511" y="228033"/>
                  </a:cubicBezTo>
                  <a:cubicBezTo>
                    <a:pt x="467581" y="228033"/>
                    <a:pt x="480864" y="230247"/>
                    <a:pt x="491934" y="232461"/>
                  </a:cubicBezTo>
                  <a:cubicBezTo>
                    <a:pt x="518501" y="201466"/>
                    <a:pt x="556138" y="183755"/>
                    <a:pt x="598202" y="179327"/>
                  </a:cubicBezTo>
                  <a:cubicBezTo>
                    <a:pt x="640267" y="177113"/>
                    <a:pt x="680117" y="190397"/>
                    <a:pt x="711112" y="219178"/>
                  </a:cubicBezTo>
                  <a:cubicBezTo>
                    <a:pt x="750962" y="192611"/>
                    <a:pt x="799668" y="185969"/>
                    <a:pt x="843947" y="199253"/>
                  </a:cubicBezTo>
                  <a:cubicBezTo>
                    <a:pt x="890439" y="212536"/>
                    <a:pt x="925862" y="247959"/>
                    <a:pt x="941359" y="292237"/>
                  </a:cubicBezTo>
                  <a:lnTo>
                    <a:pt x="950215" y="292237"/>
                  </a:lnTo>
                  <a:cubicBezTo>
                    <a:pt x="1034344" y="292237"/>
                    <a:pt x="1100761" y="358655"/>
                    <a:pt x="1102975" y="442783"/>
                  </a:cubicBezTo>
                  <a:lnTo>
                    <a:pt x="1102975" y="449425"/>
                  </a:lnTo>
                  <a:cubicBezTo>
                    <a:pt x="1153895" y="478206"/>
                    <a:pt x="1182676" y="533554"/>
                    <a:pt x="1178248" y="591116"/>
                  </a:cubicBezTo>
                  <a:cubicBezTo>
                    <a:pt x="1160537" y="668603"/>
                    <a:pt x="1091905" y="728379"/>
                    <a:pt x="1012204" y="726165"/>
                  </a:cubicBezTo>
                  <a:close/>
                  <a:moveTo>
                    <a:pt x="1483769" y="958626"/>
                  </a:moveTo>
                  <a:lnTo>
                    <a:pt x="1331008" y="695170"/>
                  </a:lnTo>
                  <a:lnTo>
                    <a:pt x="1331008" y="686314"/>
                  </a:lnTo>
                  <a:cubicBezTo>
                    <a:pt x="1339864" y="442783"/>
                    <a:pt x="1215885" y="214750"/>
                    <a:pt x="1005563" y="92985"/>
                  </a:cubicBezTo>
                  <a:cubicBezTo>
                    <a:pt x="795241" y="-30995"/>
                    <a:pt x="536212" y="-30995"/>
                    <a:pt x="325890" y="92985"/>
                  </a:cubicBezTo>
                  <a:cubicBezTo>
                    <a:pt x="115568" y="214750"/>
                    <a:pt x="-8411" y="442783"/>
                    <a:pt x="445" y="686314"/>
                  </a:cubicBezTo>
                  <a:cubicBezTo>
                    <a:pt x="445" y="894422"/>
                    <a:pt x="95643" y="1091461"/>
                    <a:pt x="261687" y="1217654"/>
                  </a:cubicBezTo>
                  <a:lnTo>
                    <a:pt x="261687" y="1771133"/>
                  </a:lnTo>
                  <a:lnTo>
                    <a:pt x="961284" y="1771133"/>
                  </a:lnTo>
                  <a:lnTo>
                    <a:pt x="961284" y="1507677"/>
                  </a:lnTo>
                  <a:lnTo>
                    <a:pt x="1069766" y="1507677"/>
                  </a:lnTo>
                  <a:cubicBezTo>
                    <a:pt x="1140612" y="1507677"/>
                    <a:pt x="1207029" y="1481110"/>
                    <a:pt x="1255735" y="1430190"/>
                  </a:cubicBezTo>
                  <a:cubicBezTo>
                    <a:pt x="1304442" y="1381484"/>
                    <a:pt x="1331008" y="1312853"/>
                    <a:pt x="1331008" y="1244221"/>
                  </a:cubicBezTo>
                  <a:lnTo>
                    <a:pt x="1331008" y="1111386"/>
                  </a:lnTo>
                  <a:lnTo>
                    <a:pt x="1428421" y="1111386"/>
                  </a:lnTo>
                  <a:cubicBezTo>
                    <a:pt x="1485983" y="1106958"/>
                    <a:pt x="1536903" y="1040541"/>
                    <a:pt x="1483769" y="958626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22126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85727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FA2A37-AD8E-8CC8-A230-3AE6D1620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109" y="10074816"/>
            <a:ext cx="1407720" cy="14077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9231B5C-5FB7-BB30-4C98-1F8592DCD79A}"/>
              </a:ext>
            </a:extLst>
          </p:cNvPr>
          <p:cNvSpPr txBox="1"/>
          <p:nvPr/>
        </p:nvSpPr>
        <p:spPr>
          <a:xfrm>
            <a:off x="7755396" y="11562272"/>
            <a:ext cx="4113145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25" b="1" dirty="0" err="1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CountDownTodo</a:t>
            </a:r>
            <a:endParaRPr lang="en-US" altLang="zh-CN" sz="2025" b="1" dirty="0">
              <a:gradFill>
                <a:gsLst>
                  <a:gs pos="0">
                    <a:srgbClr val="4076E8"/>
                  </a:gs>
                  <a:gs pos="100000">
                    <a:srgbClr val="40D3E2"/>
                  </a:gs>
                </a:gsLst>
                <a:lin ang="13200000" scaled="0"/>
              </a:gradFill>
              <a:latin typeface="MiSans" pitchFamily="2" charset="-122"/>
              <a:ea typeface="MiSans" pitchFamily="2" charset="-122"/>
              <a:cs typeface="MiSans" pitchFamily="2" charset="-122"/>
            </a:endParaRPr>
          </a:p>
          <a:p>
            <a:pPr algn="ctr"/>
            <a:r>
              <a:rPr lang="zh-CN" altLang="en-US" sz="2025" b="1" dirty="0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你的个人效率提升助手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C63DB61-93C6-29EE-4573-D532A238AB9B}"/>
              </a:ext>
            </a:extLst>
          </p:cNvPr>
          <p:cNvGrpSpPr/>
          <p:nvPr/>
        </p:nvGrpSpPr>
        <p:grpSpPr>
          <a:xfrm>
            <a:off x="1031331" y="7891604"/>
            <a:ext cx="5064669" cy="5286935"/>
            <a:chOff x="3123111" y="-9618368"/>
            <a:chExt cx="15271099" cy="15941279"/>
          </a:xfrm>
        </p:grpSpPr>
        <p:grpSp>
          <p:nvGrpSpPr>
            <p:cNvPr id="6" name="图形 7" descr="盒子 纯色填充">
              <a:extLst>
                <a:ext uri="{FF2B5EF4-FFF2-40B4-BE49-F238E27FC236}">
                  <a16:creationId xmlns:a16="http://schemas.microsoft.com/office/drawing/2014/main" id="{8E1C50C8-4203-9321-ACF4-3F33B39F2604}"/>
                </a:ext>
              </a:extLst>
            </p:cNvPr>
            <p:cNvGrpSpPr/>
            <p:nvPr/>
          </p:nvGrpSpPr>
          <p:grpSpPr>
            <a:xfrm>
              <a:off x="3123111" y="-3201355"/>
              <a:ext cx="1986796" cy="2372114"/>
              <a:chOff x="935644" y="3374904"/>
              <a:chExt cx="628650" cy="750570"/>
            </a:xfr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599435B5-A7E0-AA0F-18C2-5F6EB254FB73}"/>
                  </a:ext>
                </a:extLst>
              </p:cNvPr>
              <p:cNvSpPr/>
              <p:nvPr/>
            </p:nvSpPr>
            <p:spPr>
              <a:xfrm>
                <a:off x="935644" y="3478726"/>
                <a:ext cx="457200" cy="277177"/>
              </a:xfrm>
              <a:custGeom>
                <a:avLst/>
                <a:gdLst>
                  <a:gd name="csX0" fmla="*/ 142875 w 457200"/>
                  <a:gd name="csY0" fmla="*/ 0 h 277177"/>
                  <a:gd name="csX1" fmla="*/ 0 w 457200"/>
                  <a:gd name="csY1" fmla="*/ 86678 h 277177"/>
                  <a:gd name="csX2" fmla="*/ 314325 w 457200"/>
                  <a:gd name="csY2" fmla="*/ 277178 h 277177"/>
                  <a:gd name="csX3" fmla="*/ 457200 w 457200"/>
                  <a:gd name="csY3" fmla="*/ 190500 h 277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7200" h="277177">
                    <a:moveTo>
                      <a:pt x="142875" y="0"/>
                    </a:moveTo>
                    <a:lnTo>
                      <a:pt x="0" y="86678"/>
                    </a:lnTo>
                    <a:lnTo>
                      <a:pt x="314325" y="277178"/>
                    </a:lnTo>
                    <a:lnTo>
                      <a:pt x="457200" y="1905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9162F571-B796-FDC1-B311-CC3CFE937AA3}"/>
                  </a:ext>
                </a:extLst>
              </p:cNvPr>
              <p:cNvSpPr/>
              <p:nvPr/>
            </p:nvSpPr>
            <p:spPr>
              <a:xfrm>
                <a:off x="1114713" y="3374904"/>
                <a:ext cx="449580" cy="272415"/>
              </a:xfrm>
              <a:custGeom>
                <a:avLst/>
                <a:gdLst>
                  <a:gd name="csX0" fmla="*/ 449580 w 449580"/>
                  <a:gd name="csY0" fmla="*/ 190500 h 272415"/>
                  <a:gd name="csX1" fmla="*/ 135255 w 449580"/>
                  <a:gd name="csY1" fmla="*/ 0 h 272415"/>
                  <a:gd name="csX2" fmla="*/ 0 w 449580"/>
                  <a:gd name="csY2" fmla="*/ 81915 h 272415"/>
                  <a:gd name="csX3" fmla="*/ 314325 w 449580"/>
                  <a:gd name="csY3" fmla="*/ 272415 h 272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9580" h="272415">
                    <a:moveTo>
                      <a:pt x="449580" y="190500"/>
                    </a:moveTo>
                    <a:lnTo>
                      <a:pt x="135255" y="0"/>
                    </a:lnTo>
                    <a:lnTo>
                      <a:pt x="0" y="81915"/>
                    </a:lnTo>
                    <a:lnTo>
                      <a:pt x="314325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012C05E4-91CF-ADDB-442F-7A755919552D}"/>
                  </a:ext>
                </a:extLst>
              </p:cNvPr>
              <p:cNvSpPr/>
              <p:nvPr/>
            </p:nvSpPr>
            <p:spPr>
              <a:xfrm>
                <a:off x="935644" y="3610171"/>
                <a:ext cx="295275" cy="515302"/>
              </a:xfrm>
              <a:custGeom>
                <a:avLst/>
                <a:gdLst>
                  <a:gd name="csX0" fmla="*/ 0 w 295275"/>
                  <a:gd name="csY0" fmla="*/ 31432 h 515302"/>
                  <a:gd name="csX1" fmla="*/ 0 w 295275"/>
                  <a:gd name="csY1" fmla="*/ 336233 h 515302"/>
                  <a:gd name="csX2" fmla="*/ 295275 w 295275"/>
                  <a:gd name="csY2" fmla="*/ 515303 h 515302"/>
                  <a:gd name="csX3" fmla="*/ 295275 w 295275"/>
                  <a:gd name="csY3" fmla="*/ 179070 h 515302"/>
                  <a:gd name="csX4" fmla="*/ 0 w 295275"/>
                  <a:gd name="csY4" fmla="*/ 0 h 515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5275" h="515302">
                    <a:moveTo>
                      <a:pt x="0" y="31432"/>
                    </a:moveTo>
                    <a:lnTo>
                      <a:pt x="0" y="336233"/>
                    </a:lnTo>
                    <a:lnTo>
                      <a:pt x="295275" y="515303"/>
                    </a:lnTo>
                    <a:lnTo>
                      <a:pt x="295275" y="17907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A09EE1AC-BDD9-C7EC-F1CC-439C9A110462}"/>
                  </a:ext>
                </a:extLst>
              </p:cNvPr>
              <p:cNvSpPr/>
              <p:nvPr/>
            </p:nvSpPr>
            <p:spPr>
              <a:xfrm>
                <a:off x="1269019" y="3610171"/>
                <a:ext cx="295275" cy="515302"/>
              </a:xfrm>
              <a:custGeom>
                <a:avLst/>
                <a:gdLst>
                  <a:gd name="csX0" fmla="*/ 104775 w 295275"/>
                  <a:gd name="csY0" fmla="*/ 231458 h 515302"/>
                  <a:gd name="csX1" fmla="*/ 38100 w 295275"/>
                  <a:gd name="csY1" fmla="*/ 269558 h 515302"/>
                  <a:gd name="csX2" fmla="*/ 38100 w 295275"/>
                  <a:gd name="csY2" fmla="*/ 202883 h 515302"/>
                  <a:gd name="csX3" fmla="*/ 104775 w 295275"/>
                  <a:gd name="csY3" fmla="*/ 164783 h 515302"/>
                  <a:gd name="csX4" fmla="*/ 104775 w 295275"/>
                  <a:gd name="csY4" fmla="*/ 231458 h 515302"/>
                  <a:gd name="csX5" fmla="*/ 0 w 295275"/>
                  <a:gd name="csY5" fmla="*/ 179070 h 515302"/>
                  <a:gd name="csX6" fmla="*/ 0 w 295275"/>
                  <a:gd name="csY6" fmla="*/ 515303 h 515302"/>
                  <a:gd name="csX7" fmla="*/ 295275 w 295275"/>
                  <a:gd name="csY7" fmla="*/ 336233 h 515302"/>
                  <a:gd name="csX8" fmla="*/ 295275 w 295275"/>
                  <a:gd name="csY8" fmla="*/ 0 h 515302"/>
                  <a:gd name="csX9" fmla="*/ 0 w 295275"/>
                  <a:gd name="csY9" fmla="*/ 179070 h 515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95275" h="515302">
                    <a:moveTo>
                      <a:pt x="104775" y="231458"/>
                    </a:moveTo>
                    <a:lnTo>
                      <a:pt x="38100" y="269558"/>
                    </a:lnTo>
                    <a:lnTo>
                      <a:pt x="38100" y="202883"/>
                    </a:lnTo>
                    <a:lnTo>
                      <a:pt x="104775" y="164783"/>
                    </a:lnTo>
                    <a:lnTo>
                      <a:pt x="104775" y="231458"/>
                    </a:lnTo>
                    <a:close/>
                    <a:moveTo>
                      <a:pt x="0" y="179070"/>
                    </a:moveTo>
                    <a:lnTo>
                      <a:pt x="0" y="515303"/>
                    </a:lnTo>
                    <a:lnTo>
                      <a:pt x="295275" y="336233"/>
                    </a:lnTo>
                    <a:lnTo>
                      <a:pt x="295275" y="0"/>
                    </a:lnTo>
                    <a:lnTo>
                      <a:pt x="0" y="1790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</p:grp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F1DEF04-9C71-3290-A54E-157931DDAEA2}"/>
                </a:ext>
              </a:extLst>
            </p:cNvPr>
            <p:cNvSpPr/>
            <p:nvPr/>
          </p:nvSpPr>
          <p:spPr>
            <a:xfrm>
              <a:off x="9593673" y="-8161385"/>
              <a:ext cx="1198095" cy="352203"/>
            </a:xfrm>
            <a:custGeom>
              <a:avLst/>
              <a:gdLst>
                <a:gd name="csX0" fmla="*/ 345758 w 379094"/>
                <a:gd name="csY0" fmla="*/ 0 h 111442"/>
                <a:gd name="csX1" fmla="*/ 33338 w 379094"/>
                <a:gd name="csY1" fmla="*/ 0 h 111442"/>
                <a:gd name="csX2" fmla="*/ 0 w 379094"/>
                <a:gd name="csY2" fmla="*/ 33337 h 111442"/>
                <a:gd name="csX3" fmla="*/ 33338 w 379094"/>
                <a:gd name="csY3" fmla="*/ 66675 h 111442"/>
                <a:gd name="csX4" fmla="*/ 187643 w 379094"/>
                <a:gd name="csY4" fmla="*/ 66675 h 111442"/>
                <a:gd name="csX5" fmla="*/ 235268 w 379094"/>
                <a:gd name="csY5" fmla="*/ 111443 h 111442"/>
                <a:gd name="csX6" fmla="*/ 283845 w 379094"/>
                <a:gd name="csY6" fmla="*/ 66675 h 111442"/>
                <a:gd name="csX7" fmla="*/ 345758 w 379094"/>
                <a:gd name="csY7" fmla="*/ 66675 h 111442"/>
                <a:gd name="csX8" fmla="*/ 379095 w 379094"/>
                <a:gd name="csY8" fmla="*/ 33337 h 111442"/>
                <a:gd name="csX9" fmla="*/ 345758 w 379094"/>
                <a:gd name="csY9" fmla="*/ 0 h 1114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9094" h="111442">
                  <a:moveTo>
                    <a:pt x="345758" y="0"/>
                  </a:moveTo>
                  <a:lnTo>
                    <a:pt x="33338" y="0"/>
                  </a:lnTo>
                  <a:cubicBezTo>
                    <a:pt x="15240" y="0"/>
                    <a:pt x="0" y="15240"/>
                    <a:pt x="0" y="33337"/>
                  </a:cubicBezTo>
                  <a:cubicBezTo>
                    <a:pt x="0" y="51435"/>
                    <a:pt x="15240" y="66675"/>
                    <a:pt x="33338" y="66675"/>
                  </a:cubicBezTo>
                  <a:lnTo>
                    <a:pt x="187643" y="66675"/>
                  </a:lnTo>
                  <a:lnTo>
                    <a:pt x="235268" y="111443"/>
                  </a:lnTo>
                  <a:lnTo>
                    <a:pt x="283845" y="66675"/>
                  </a:lnTo>
                  <a:lnTo>
                    <a:pt x="345758" y="66675"/>
                  </a:lnTo>
                  <a:cubicBezTo>
                    <a:pt x="363855" y="66675"/>
                    <a:pt x="379095" y="51435"/>
                    <a:pt x="379095" y="33337"/>
                  </a:cubicBezTo>
                  <a:cubicBezTo>
                    <a:pt x="379095" y="15240"/>
                    <a:pt x="363855" y="0"/>
                    <a:pt x="34575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9D738721-8CE9-BB79-3E4A-F0A92B2C2CE7}"/>
                </a:ext>
              </a:extLst>
            </p:cNvPr>
            <p:cNvSpPr/>
            <p:nvPr/>
          </p:nvSpPr>
          <p:spPr>
            <a:xfrm>
              <a:off x="9587654" y="-7839284"/>
              <a:ext cx="1201107" cy="282968"/>
            </a:xfrm>
            <a:custGeom>
              <a:avLst/>
              <a:gdLst>
                <a:gd name="csX0" fmla="*/ 235268 w 380047"/>
                <a:gd name="csY0" fmla="*/ 60960 h 89535"/>
                <a:gd name="csX1" fmla="*/ 169545 w 380047"/>
                <a:gd name="csY1" fmla="*/ 0 h 89535"/>
                <a:gd name="csX2" fmla="*/ 0 w 380047"/>
                <a:gd name="csY2" fmla="*/ 0 h 89535"/>
                <a:gd name="csX3" fmla="*/ 0 w 380047"/>
                <a:gd name="csY3" fmla="*/ 44767 h 89535"/>
                <a:gd name="csX4" fmla="*/ 44768 w 380047"/>
                <a:gd name="csY4" fmla="*/ 89535 h 89535"/>
                <a:gd name="csX5" fmla="*/ 335280 w 380047"/>
                <a:gd name="csY5" fmla="*/ 89535 h 89535"/>
                <a:gd name="csX6" fmla="*/ 380048 w 380047"/>
                <a:gd name="csY6" fmla="*/ 44767 h 89535"/>
                <a:gd name="csX7" fmla="*/ 380048 w 380047"/>
                <a:gd name="csY7" fmla="*/ 0 h 89535"/>
                <a:gd name="csX8" fmla="*/ 301943 w 380047"/>
                <a:gd name="csY8" fmla="*/ 0 h 89535"/>
                <a:gd name="csX9" fmla="*/ 235268 w 380047"/>
                <a:gd name="csY9" fmla="*/ 60960 h 89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047" h="89535">
                  <a:moveTo>
                    <a:pt x="235268" y="60960"/>
                  </a:moveTo>
                  <a:lnTo>
                    <a:pt x="169545" y="0"/>
                  </a:lnTo>
                  <a:lnTo>
                    <a:pt x="0" y="0"/>
                  </a:lnTo>
                  <a:lnTo>
                    <a:pt x="0" y="44767"/>
                  </a:lnTo>
                  <a:cubicBezTo>
                    <a:pt x="0" y="69532"/>
                    <a:pt x="20002" y="89535"/>
                    <a:pt x="44768" y="89535"/>
                  </a:cubicBezTo>
                  <a:lnTo>
                    <a:pt x="335280" y="89535"/>
                  </a:lnTo>
                  <a:cubicBezTo>
                    <a:pt x="360045" y="89535"/>
                    <a:pt x="380048" y="69532"/>
                    <a:pt x="380048" y="44767"/>
                  </a:cubicBezTo>
                  <a:lnTo>
                    <a:pt x="380048" y="0"/>
                  </a:lnTo>
                  <a:lnTo>
                    <a:pt x="301943" y="0"/>
                  </a:lnTo>
                  <a:lnTo>
                    <a:pt x="235268" y="6096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DD6DE148-7EF3-9DF1-21E6-19D1073923B5}"/>
                </a:ext>
              </a:extLst>
            </p:cNvPr>
            <p:cNvSpPr/>
            <p:nvPr/>
          </p:nvSpPr>
          <p:spPr>
            <a:xfrm>
              <a:off x="9587652" y="-8739362"/>
              <a:ext cx="1198095" cy="457565"/>
            </a:xfrm>
            <a:custGeom>
              <a:avLst/>
              <a:gdLst>
                <a:gd name="csX0" fmla="*/ 189548 w 379094"/>
                <a:gd name="csY0" fmla="*/ 0 h 144780"/>
                <a:gd name="csX1" fmla="*/ 0 w 379094"/>
                <a:gd name="csY1" fmla="*/ 144780 h 144780"/>
                <a:gd name="csX2" fmla="*/ 379095 w 379094"/>
                <a:gd name="csY2" fmla="*/ 144780 h 144780"/>
                <a:gd name="csX3" fmla="*/ 189548 w 379094"/>
                <a:gd name="csY3" fmla="*/ 0 h 144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9094" h="144780">
                  <a:moveTo>
                    <a:pt x="189548" y="0"/>
                  </a:moveTo>
                  <a:cubicBezTo>
                    <a:pt x="84773" y="0"/>
                    <a:pt x="0" y="40005"/>
                    <a:pt x="0" y="144780"/>
                  </a:cubicBezTo>
                  <a:lnTo>
                    <a:pt x="379095" y="144780"/>
                  </a:lnTo>
                  <a:cubicBezTo>
                    <a:pt x="379095" y="40957"/>
                    <a:pt x="294323" y="0"/>
                    <a:pt x="18954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11C26AD6-A839-C406-ACCF-40178E7D2168}"/>
                </a:ext>
              </a:extLst>
            </p:cNvPr>
            <p:cNvSpPr/>
            <p:nvPr/>
          </p:nvSpPr>
          <p:spPr>
            <a:xfrm>
              <a:off x="10400431" y="-9618368"/>
              <a:ext cx="1246263" cy="2065064"/>
            </a:xfrm>
            <a:custGeom>
              <a:avLst/>
              <a:gdLst>
                <a:gd name="csX0" fmla="*/ 388620 w 394335"/>
                <a:gd name="csY0" fmla="*/ 32385 h 653415"/>
                <a:gd name="csX1" fmla="*/ 388620 w 394335"/>
                <a:gd name="csY1" fmla="*/ 5715 h 653415"/>
                <a:gd name="csX2" fmla="*/ 361950 w 394335"/>
                <a:gd name="csY2" fmla="*/ 5715 h 653415"/>
                <a:gd name="csX3" fmla="*/ 266700 w 394335"/>
                <a:gd name="csY3" fmla="*/ 103823 h 653415"/>
                <a:gd name="csX4" fmla="*/ 262890 w 394335"/>
                <a:gd name="csY4" fmla="*/ 139065 h 653415"/>
                <a:gd name="csX5" fmla="*/ 0 w 394335"/>
                <a:gd name="csY5" fmla="*/ 139065 h 653415"/>
                <a:gd name="csX6" fmla="*/ 0 w 394335"/>
                <a:gd name="csY6" fmla="*/ 167640 h 653415"/>
                <a:gd name="csX7" fmla="*/ 6668 w 394335"/>
                <a:gd name="csY7" fmla="*/ 248603 h 653415"/>
                <a:gd name="csX8" fmla="*/ 160973 w 394335"/>
                <a:gd name="csY8" fmla="*/ 424815 h 653415"/>
                <a:gd name="csX9" fmla="*/ 160973 w 394335"/>
                <a:gd name="csY9" fmla="*/ 608648 h 653415"/>
                <a:gd name="csX10" fmla="*/ 147638 w 394335"/>
                <a:gd name="csY10" fmla="*/ 653415 h 653415"/>
                <a:gd name="csX11" fmla="*/ 305753 w 394335"/>
                <a:gd name="csY11" fmla="*/ 653415 h 653415"/>
                <a:gd name="csX12" fmla="*/ 343853 w 394335"/>
                <a:gd name="csY12" fmla="*/ 167640 h 653415"/>
                <a:gd name="csX13" fmla="*/ 343853 w 394335"/>
                <a:gd name="csY13" fmla="*/ 139065 h 653415"/>
                <a:gd name="csX14" fmla="*/ 303847 w 394335"/>
                <a:gd name="csY14" fmla="*/ 139065 h 653415"/>
                <a:gd name="csX15" fmla="*/ 305753 w 394335"/>
                <a:gd name="csY15" fmla="*/ 120015 h 653415"/>
                <a:gd name="csX16" fmla="*/ 388620 w 394335"/>
                <a:gd name="csY16" fmla="*/ 32385 h 65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94335" h="653415">
                  <a:moveTo>
                    <a:pt x="388620" y="32385"/>
                  </a:moveTo>
                  <a:cubicBezTo>
                    <a:pt x="396240" y="24765"/>
                    <a:pt x="396240" y="13335"/>
                    <a:pt x="388620" y="5715"/>
                  </a:cubicBezTo>
                  <a:cubicBezTo>
                    <a:pt x="381000" y="-1905"/>
                    <a:pt x="369570" y="-1905"/>
                    <a:pt x="361950" y="5715"/>
                  </a:cubicBezTo>
                  <a:lnTo>
                    <a:pt x="266700" y="103823"/>
                  </a:lnTo>
                  <a:lnTo>
                    <a:pt x="262890" y="139065"/>
                  </a:lnTo>
                  <a:lnTo>
                    <a:pt x="0" y="139065"/>
                  </a:lnTo>
                  <a:lnTo>
                    <a:pt x="0" y="167640"/>
                  </a:lnTo>
                  <a:lnTo>
                    <a:pt x="6668" y="248603"/>
                  </a:lnTo>
                  <a:cubicBezTo>
                    <a:pt x="104775" y="268605"/>
                    <a:pt x="160973" y="331470"/>
                    <a:pt x="160973" y="424815"/>
                  </a:cubicBezTo>
                  <a:lnTo>
                    <a:pt x="160973" y="608648"/>
                  </a:lnTo>
                  <a:cubicBezTo>
                    <a:pt x="160973" y="624840"/>
                    <a:pt x="156210" y="640080"/>
                    <a:pt x="147638" y="653415"/>
                  </a:cubicBezTo>
                  <a:lnTo>
                    <a:pt x="305753" y="653415"/>
                  </a:lnTo>
                  <a:lnTo>
                    <a:pt x="343853" y="167640"/>
                  </a:lnTo>
                  <a:lnTo>
                    <a:pt x="343853" y="139065"/>
                  </a:lnTo>
                  <a:lnTo>
                    <a:pt x="303847" y="139065"/>
                  </a:lnTo>
                  <a:lnTo>
                    <a:pt x="305753" y="120015"/>
                  </a:lnTo>
                  <a:lnTo>
                    <a:pt x="388620" y="32385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F82701D1-1E2B-23A2-FCC8-8EAEDF7F0FF4}"/>
                </a:ext>
              </a:extLst>
            </p:cNvPr>
            <p:cNvSpPr/>
            <p:nvPr/>
          </p:nvSpPr>
          <p:spPr>
            <a:xfrm>
              <a:off x="16251056" y="-3479813"/>
              <a:ext cx="2143154" cy="2408238"/>
            </a:xfrm>
            <a:custGeom>
              <a:avLst/>
              <a:gdLst>
                <a:gd name="csX0" fmla="*/ 65625 w 678124"/>
                <a:gd name="csY0" fmla="*/ 114300 h 762000"/>
                <a:gd name="csX1" fmla="*/ 185937 w 678124"/>
                <a:gd name="csY1" fmla="*/ 114300 h 762000"/>
                <a:gd name="csX2" fmla="*/ 185937 w 678124"/>
                <a:gd name="csY2" fmla="*/ 171450 h 762000"/>
                <a:gd name="csX3" fmla="*/ 492187 w 678124"/>
                <a:gd name="csY3" fmla="*/ 171450 h 762000"/>
                <a:gd name="csX4" fmla="*/ 492187 w 678124"/>
                <a:gd name="csY4" fmla="*/ 114300 h 762000"/>
                <a:gd name="csX5" fmla="*/ 612499 w 678124"/>
                <a:gd name="csY5" fmla="*/ 114300 h 762000"/>
                <a:gd name="csX6" fmla="*/ 612499 w 678124"/>
                <a:gd name="csY6" fmla="*/ 704850 h 762000"/>
                <a:gd name="csX7" fmla="*/ 65625 w 678124"/>
                <a:gd name="csY7" fmla="*/ 704850 h 762000"/>
                <a:gd name="csX8" fmla="*/ 65625 w 678124"/>
                <a:gd name="csY8" fmla="*/ 114300 h 762000"/>
                <a:gd name="csX9" fmla="*/ 340156 w 678124"/>
                <a:gd name="csY9" fmla="*/ 38100 h 762000"/>
                <a:gd name="csX10" fmla="*/ 371875 w 678124"/>
                <a:gd name="csY10" fmla="*/ 66675 h 762000"/>
                <a:gd name="csX11" fmla="*/ 339062 w 678124"/>
                <a:gd name="csY11" fmla="*/ 95250 h 762000"/>
                <a:gd name="csX12" fmla="*/ 306250 w 678124"/>
                <a:gd name="csY12" fmla="*/ 66675 h 762000"/>
                <a:gd name="csX13" fmla="*/ 340156 w 678124"/>
                <a:gd name="csY13" fmla="*/ 38100 h 762000"/>
                <a:gd name="csX14" fmla="*/ 0 w 678124"/>
                <a:gd name="csY14" fmla="*/ 95250 h 762000"/>
                <a:gd name="csX15" fmla="*/ 0 w 678124"/>
                <a:gd name="csY15" fmla="*/ 723900 h 762000"/>
                <a:gd name="csX16" fmla="*/ 43750 w 678124"/>
                <a:gd name="csY16" fmla="*/ 762000 h 762000"/>
                <a:gd name="csX17" fmla="*/ 634374 w 678124"/>
                <a:gd name="csY17" fmla="*/ 762000 h 762000"/>
                <a:gd name="csX18" fmla="*/ 678124 w 678124"/>
                <a:gd name="csY18" fmla="*/ 723900 h 762000"/>
                <a:gd name="csX19" fmla="*/ 678124 w 678124"/>
                <a:gd name="csY19" fmla="*/ 95250 h 762000"/>
                <a:gd name="csX20" fmla="*/ 634374 w 678124"/>
                <a:gd name="csY20" fmla="*/ 57150 h 762000"/>
                <a:gd name="csX21" fmla="*/ 448437 w 678124"/>
                <a:gd name="csY21" fmla="*/ 57150 h 762000"/>
                <a:gd name="csX22" fmla="*/ 448437 w 678124"/>
                <a:gd name="csY22" fmla="*/ 38100 h 762000"/>
                <a:gd name="csX23" fmla="*/ 404687 w 678124"/>
                <a:gd name="csY23" fmla="*/ 0 h 762000"/>
                <a:gd name="csX24" fmla="*/ 273437 w 678124"/>
                <a:gd name="csY24" fmla="*/ 0 h 762000"/>
                <a:gd name="csX25" fmla="*/ 229687 w 678124"/>
                <a:gd name="csY25" fmla="*/ 38100 h 762000"/>
                <a:gd name="csX26" fmla="*/ 229687 w 678124"/>
                <a:gd name="csY26" fmla="*/ 57150 h 762000"/>
                <a:gd name="csX27" fmla="*/ 43750 w 678124"/>
                <a:gd name="csY27" fmla="*/ 57150 h 762000"/>
                <a:gd name="csX28" fmla="*/ 0 w 678124"/>
                <a:gd name="csY28" fmla="*/ 9525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78124" h="762000">
                  <a:moveTo>
                    <a:pt x="65625" y="114300"/>
                  </a:moveTo>
                  <a:lnTo>
                    <a:pt x="185937" y="114300"/>
                  </a:lnTo>
                  <a:lnTo>
                    <a:pt x="185937" y="171450"/>
                  </a:lnTo>
                  <a:lnTo>
                    <a:pt x="492187" y="171450"/>
                  </a:lnTo>
                  <a:lnTo>
                    <a:pt x="492187" y="114300"/>
                  </a:lnTo>
                  <a:lnTo>
                    <a:pt x="612499" y="114300"/>
                  </a:lnTo>
                  <a:lnTo>
                    <a:pt x="612499" y="704850"/>
                  </a:lnTo>
                  <a:lnTo>
                    <a:pt x="65625" y="704850"/>
                  </a:lnTo>
                  <a:lnTo>
                    <a:pt x="65625" y="114300"/>
                  </a:lnTo>
                  <a:close/>
                  <a:moveTo>
                    <a:pt x="340156" y="38100"/>
                  </a:moveTo>
                  <a:cubicBezTo>
                    <a:pt x="357656" y="38100"/>
                    <a:pt x="371875" y="51435"/>
                    <a:pt x="371875" y="66675"/>
                  </a:cubicBezTo>
                  <a:cubicBezTo>
                    <a:pt x="371875" y="82868"/>
                    <a:pt x="357656" y="95250"/>
                    <a:pt x="339062" y="95250"/>
                  </a:cubicBezTo>
                  <a:cubicBezTo>
                    <a:pt x="320468" y="95250"/>
                    <a:pt x="306250" y="82868"/>
                    <a:pt x="306250" y="66675"/>
                  </a:cubicBezTo>
                  <a:cubicBezTo>
                    <a:pt x="306250" y="50483"/>
                    <a:pt x="320468" y="38100"/>
                    <a:pt x="340156" y="38100"/>
                  </a:cubicBezTo>
                  <a:close/>
                  <a:moveTo>
                    <a:pt x="0" y="95250"/>
                  </a:moveTo>
                  <a:lnTo>
                    <a:pt x="0" y="723900"/>
                  </a:lnTo>
                  <a:cubicBezTo>
                    <a:pt x="0" y="744855"/>
                    <a:pt x="19687" y="762000"/>
                    <a:pt x="43750" y="762000"/>
                  </a:cubicBezTo>
                  <a:lnTo>
                    <a:pt x="634374" y="762000"/>
                  </a:lnTo>
                  <a:cubicBezTo>
                    <a:pt x="658437" y="762000"/>
                    <a:pt x="678124" y="744855"/>
                    <a:pt x="678124" y="723900"/>
                  </a:cubicBezTo>
                  <a:lnTo>
                    <a:pt x="678124" y="95250"/>
                  </a:lnTo>
                  <a:cubicBezTo>
                    <a:pt x="678124" y="74295"/>
                    <a:pt x="658437" y="57150"/>
                    <a:pt x="634374" y="57150"/>
                  </a:cubicBezTo>
                  <a:lnTo>
                    <a:pt x="448437" y="57150"/>
                  </a:lnTo>
                  <a:lnTo>
                    <a:pt x="448437" y="38100"/>
                  </a:lnTo>
                  <a:cubicBezTo>
                    <a:pt x="448437" y="17145"/>
                    <a:pt x="428750" y="0"/>
                    <a:pt x="404687" y="0"/>
                  </a:cubicBezTo>
                  <a:lnTo>
                    <a:pt x="273437" y="0"/>
                  </a:lnTo>
                  <a:cubicBezTo>
                    <a:pt x="249375" y="0"/>
                    <a:pt x="229687" y="17145"/>
                    <a:pt x="229687" y="38100"/>
                  </a:cubicBezTo>
                  <a:lnTo>
                    <a:pt x="229687" y="57150"/>
                  </a:lnTo>
                  <a:lnTo>
                    <a:pt x="43750" y="57150"/>
                  </a:lnTo>
                  <a:cubicBezTo>
                    <a:pt x="19687" y="57150"/>
                    <a:pt x="0" y="74295"/>
                    <a:pt x="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93F45767-ED8E-C61F-C0C9-BF3DDBBD4A7E}"/>
                </a:ext>
              </a:extLst>
            </p:cNvPr>
            <p:cNvSpPr/>
            <p:nvPr/>
          </p:nvSpPr>
          <p:spPr>
            <a:xfrm>
              <a:off x="16665862" y="-2697136"/>
              <a:ext cx="587638" cy="120412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A2E61BA-3451-E8E9-C32E-7EFCDA369379}"/>
                </a:ext>
              </a:extLst>
            </p:cNvPr>
            <p:cNvSpPr/>
            <p:nvPr/>
          </p:nvSpPr>
          <p:spPr>
            <a:xfrm>
              <a:off x="16665862" y="-2335900"/>
              <a:ext cx="587638" cy="120412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0FD99762-67A3-FDFC-4FFA-DF1388CDD95A}"/>
                </a:ext>
              </a:extLst>
            </p:cNvPr>
            <p:cNvSpPr/>
            <p:nvPr/>
          </p:nvSpPr>
          <p:spPr>
            <a:xfrm>
              <a:off x="16665862" y="-1974664"/>
              <a:ext cx="587638" cy="120412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C947F890-E61D-49A3-78EE-5F3D2938B278}"/>
                </a:ext>
              </a:extLst>
            </p:cNvPr>
            <p:cNvSpPr/>
            <p:nvPr/>
          </p:nvSpPr>
          <p:spPr>
            <a:xfrm>
              <a:off x="16665862" y="-1613429"/>
              <a:ext cx="587638" cy="120412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50FBEE7F-76EC-481A-C63D-9080DFD3FA14}"/>
                </a:ext>
              </a:extLst>
            </p:cNvPr>
            <p:cNvSpPr/>
            <p:nvPr/>
          </p:nvSpPr>
          <p:spPr>
            <a:xfrm>
              <a:off x="17492012" y="-2826578"/>
              <a:ext cx="463197" cy="325109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BFBE3883-7E41-5D9E-CDFE-60E03B858F22}"/>
                </a:ext>
              </a:extLst>
            </p:cNvPr>
            <p:cNvSpPr/>
            <p:nvPr/>
          </p:nvSpPr>
          <p:spPr>
            <a:xfrm>
              <a:off x="17492012" y="-2465343"/>
              <a:ext cx="463197" cy="325109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DB4D358-D8F0-0052-2D96-960BD99CA7C1}"/>
                </a:ext>
              </a:extLst>
            </p:cNvPr>
            <p:cNvSpPr/>
            <p:nvPr/>
          </p:nvSpPr>
          <p:spPr>
            <a:xfrm>
              <a:off x="17492012" y="-2104107"/>
              <a:ext cx="463197" cy="325109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8857B0B2-33F8-DC81-5CE2-078FF1B94EEB}"/>
                </a:ext>
              </a:extLst>
            </p:cNvPr>
            <p:cNvSpPr/>
            <p:nvPr/>
          </p:nvSpPr>
          <p:spPr>
            <a:xfrm>
              <a:off x="17492012" y="-1742873"/>
              <a:ext cx="463197" cy="325112"/>
            </a:xfrm>
            <a:custGeom>
              <a:avLst/>
              <a:gdLst>
                <a:gd name="csX0" fmla="*/ 0 w 146562"/>
                <a:gd name="csY0" fmla="*/ 58103 h 102870"/>
                <a:gd name="csX1" fmla="*/ 22969 w 146562"/>
                <a:gd name="csY1" fmla="*/ 38100 h 102870"/>
                <a:gd name="csX2" fmla="*/ 51406 w 146562"/>
                <a:gd name="csY2" fmla="*/ 62865 h 102870"/>
                <a:gd name="csX3" fmla="*/ 123594 w 146562"/>
                <a:gd name="csY3" fmla="*/ 0 h 102870"/>
                <a:gd name="csX4" fmla="*/ 146562 w 146562"/>
                <a:gd name="csY4" fmla="*/ 20003 h 102870"/>
                <a:gd name="csX5" fmla="*/ 51406 w 146562"/>
                <a:gd name="csY5" fmla="*/ 102870 h 102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70">
                  <a:moveTo>
                    <a:pt x="0" y="58103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3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911C5BD-A5FC-5A55-B4B8-43333867DB62}"/>
                </a:ext>
              </a:extLst>
            </p:cNvPr>
            <p:cNvSpPr/>
            <p:nvPr/>
          </p:nvSpPr>
          <p:spPr>
            <a:xfrm rot="19078378">
              <a:off x="5423486" y="-5648042"/>
              <a:ext cx="467618" cy="379838"/>
            </a:xfrm>
            <a:custGeom>
              <a:avLst/>
              <a:gdLst>
                <a:gd name="csX0" fmla="*/ 147961 w 147961"/>
                <a:gd name="csY0" fmla="*/ 60093 h 120186"/>
                <a:gd name="csX1" fmla="*/ 73981 w 147961"/>
                <a:gd name="csY1" fmla="*/ 120186 h 120186"/>
                <a:gd name="csX2" fmla="*/ 0 w 147961"/>
                <a:gd name="csY2" fmla="*/ 60093 h 120186"/>
                <a:gd name="csX3" fmla="*/ 73981 w 147961"/>
                <a:gd name="csY3" fmla="*/ 0 h 120186"/>
                <a:gd name="csX4" fmla="*/ 147961 w 147961"/>
                <a:gd name="csY4" fmla="*/ 60093 h 120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7961" h="120186">
                  <a:moveTo>
                    <a:pt x="147961" y="60093"/>
                  </a:moveTo>
                  <a:cubicBezTo>
                    <a:pt x="147961" y="93282"/>
                    <a:pt x="114839" y="120186"/>
                    <a:pt x="73981" y="120186"/>
                  </a:cubicBezTo>
                  <a:cubicBezTo>
                    <a:pt x="33122" y="120186"/>
                    <a:pt x="0" y="93282"/>
                    <a:pt x="0" y="60093"/>
                  </a:cubicBezTo>
                  <a:cubicBezTo>
                    <a:pt x="0" y="26905"/>
                    <a:pt x="33122" y="0"/>
                    <a:pt x="73981" y="0"/>
                  </a:cubicBezTo>
                  <a:cubicBezTo>
                    <a:pt x="114839" y="0"/>
                    <a:pt x="147961" y="26905"/>
                    <a:pt x="147961" y="60093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3BB66729-8083-065B-D55B-D90C690B85D3}"/>
                </a:ext>
              </a:extLst>
            </p:cNvPr>
            <p:cNvSpPr/>
            <p:nvPr/>
          </p:nvSpPr>
          <p:spPr>
            <a:xfrm rot="19078378">
              <a:off x="6914065" y="-5648042"/>
              <a:ext cx="467618" cy="379838"/>
            </a:xfrm>
            <a:custGeom>
              <a:avLst/>
              <a:gdLst>
                <a:gd name="csX0" fmla="*/ 147961 w 147961"/>
                <a:gd name="csY0" fmla="*/ 60093 h 120186"/>
                <a:gd name="csX1" fmla="*/ 73981 w 147961"/>
                <a:gd name="csY1" fmla="*/ 120186 h 120186"/>
                <a:gd name="csX2" fmla="*/ 0 w 147961"/>
                <a:gd name="csY2" fmla="*/ 60093 h 120186"/>
                <a:gd name="csX3" fmla="*/ 73981 w 147961"/>
                <a:gd name="csY3" fmla="*/ 0 h 120186"/>
                <a:gd name="csX4" fmla="*/ 147961 w 147961"/>
                <a:gd name="csY4" fmla="*/ 60093 h 120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7961" h="120186">
                  <a:moveTo>
                    <a:pt x="147961" y="60093"/>
                  </a:moveTo>
                  <a:cubicBezTo>
                    <a:pt x="147961" y="93282"/>
                    <a:pt x="114839" y="120186"/>
                    <a:pt x="73981" y="120186"/>
                  </a:cubicBezTo>
                  <a:cubicBezTo>
                    <a:pt x="33122" y="120186"/>
                    <a:pt x="0" y="93282"/>
                    <a:pt x="0" y="60093"/>
                  </a:cubicBezTo>
                  <a:cubicBezTo>
                    <a:pt x="0" y="26905"/>
                    <a:pt x="33122" y="0"/>
                    <a:pt x="73981" y="0"/>
                  </a:cubicBezTo>
                  <a:cubicBezTo>
                    <a:pt x="114839" y="0"/>
                    <a:pt x="147961" y="26905"/>
                    <a:pt x="147961" y="60093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1F23C274-F8D2-E264-46C1-D02B4B141CE7}"/>
                </a:ext>
              </a:extLst>
            </p:cNvPr>
            <p:cNvSpPr/>
            <p:nvPr/>
          </p:nvSpPr>
          <p:spPr>
            <a:xfrm>
              <a:off x="4950992" y="-6722441"/>
              <a:ext cx="1918430" cy="722471"/>
            </a:xfrm>
            <a:custGeom>
              <a:avLst/>
              <a:gdLst>
                <a:gd name="csX0" fmla="*/ 163944 w 607018"/>
                <a:gd name="csY0" fmla="*/ 0 h 228600"/>
                <a:gd name="csX1" fmla="*/ 150057 w 607018"/>
                <a:gd name="csY1" fmla="*/ 66675 h 228600"/>
                <a:gd name="csX2" fmla="*/ 44053 w 607018"/>
                <a:gd name="csY2" fmla="*/ 66675 h 228600"/>
                <a:gd name="csX3" fmla="*/ 38100 w 607018"/>
                <a:gd name="csY3" fmla="*/ 95250 h 228600"/>
                <a:gd name="csX4" fmla="*/ 144104 w 607018"/>
                <a:gd name="csY4" fmla="*/ 95250 h 228600"/>
                <a:gd name="csX5" fmla="*/ 136169 w 607018"/>
                <a:gd name="csY5" fmla="*/ 133350 h 228600"/>
                <a:gd name="csX6" fmla="*/ 63103 w 607018"/>
                <a:gd name="csY6" fmla="*/ 133350 h 228600"/>
                <a:gd name="csX7" fmla="*/ 57150 w 607018"/>
                <a:gd name="csY7" fmla="*/ 161925 h 228600"/>
                <a:gd name="csX8" fmla="*/ 130216 w 607018"/>
                <a:gd name="csY8" fmla="*/ 161925 h 228600"/>
                <a:gd name="csX9" fmla="*/ 122282 w 607018"/>
                <a:gd name="csY9" fmla="*/ 200025 h 228600"/>
                <a:gd name="csX10" fmla="*/ 5953 w 607018"/>
                <a:gd name="csY10" fmla="*/ 200025 h 228600"/>
                <a:gd name="csX11" fmla="*/ 0 w 607018"/>
                <a:gd name="csY11" fmla="*/ 228600 h 228600"/>
                <a:gd name="csX12" fmla="*/ 116329 w 607018"/>
                <a:gd name="csY12" fmla="*/ 228600 h 228600"/>
                <a:gd name="csX13" fmla="*/ 196453 w 607018"/>
                <a:gd name="csY13" fmla="*/ 228600 h 228600"/>
                <a:gd name="csX14" fmla="*/ 559394 w 607018"/>
                <a:gd name="csY14" fmla="*/ 228600 h 228600"/>
                <a:gd name="csX15" fmla="*/ 607019 w 607018"/>
                <a:gd name="csY15" fmla="*/ 0 h 228600"/>
                <a:gd name="csX16" fmla="*/ 163944 w 607018"/>
                <a:gd name="csY16" fmla="*/ 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7018" h="228600">
                  <a:moveTo>
                    <a:pt x="163944" y="0"/>
                  </a:moveTo>
                  <a:lnTo>
                    <a:pt x="150057" y="66675"/>
                  </a:lnTo>
                  <a:lnTo>
                    <a:pt x="44053" y="66675"/>
                  </a:lnTo>
                  <a:lnTo>
                    <a:pt x="38100" y="95250"/>
                  </a:lnTo>
                  <a:lnTo>
                    <a:pt x="144104" y="95250"/>
                  </a:lnTo>
                  <a:lnTo>
                    <a:pt x="136169" y="133350"/>
                  </a:lnTo>
                  <a:lnTo>
                    <a:pt x="63103" y="133350"/>
                  </a:lnTo>
                  <a:lnTo>
                    <a:pt x="57150" y="161925"/>
                  </a:lnTo>
                  <a:lnTo>
                    <a:pt x="130216" y="161925"/>
                  </a:lnTo>
                  <a:lnTo>
                    <a:pt x="122282" y="200025"/>
                  </a:lnTo>
                  <a:lnTo>
                    <a:pt x="5953" y="200025"/>
                  </a:lnTo>
                  <a:lnTo>
                    <a:pt x="0" y="228600"/>
                  </a:lnTo>
                  <a:lnTo>
                    <a:pt x="116329" y="228600"/>
                  </a:lnTo>
                  <a:lnTo>
                    <a:pt x="196453" y="228600"/>
                  </a:lnTo>
                  <a:lnTo>
                    <a:pt x="559394" y="228600"/>
                  </a:lnTo>
                  <a:lnTo>
                    <a:pt x="607019" y="0"/>
                  </a:lnTo>
                  <a:lnTo>
                    <a:pt x="163944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48DB6D96-BD3F-4BD4-E158-22107EE4DFBB}"/>
                </a:ext>
              </a:extLst>
            </p:cNvPr>
            <p:cNvSpPr/>
            <p:nvPr/>
          </p:nvSpPr>
          <p:spPr>
            <a:xfrm>
              <a:off x="6726560" y="-6541948"/>
              <a:ext cx="933622" cy="1083830"/>
            </a:xfrm>
            <a:custGeom>
              <a:avLst/>
              <a:gdLst>
                <a:gd name="csX0" fmla="*/ 285550 w 295411"/>
                <a:gd name="csY0" fmla="*/ 179109 h 342939"/>
                <a:gd name="csX1" fmla="*/ 243011 w 295411"/>
                <a:gd name="csY1" fmla="*/ 141009 h 342939"/>
                <a:gd name="csX2" fmla="*/ 233839 w 295411"/>
                <a:gd name="csY2" fmla="*/ 121007 h 342939"/>
                <a:gd name="csX3" fmla="*/ 228476 w 295411"/>
                <a:gd name="csY3" fmla="*/ 55284 h 342939"/>
                <a:gd name="csX4" fmla="*/ 166688 w 295411"/>
                <a:gd name="csY4" fmla="*/ 39 h 342939"/>
                <a:gd name="csX5" fmla="*/ 71438 w 295411"/>
                <a:gd name="csY5" fmla="*/ 39 h 342939"/>
                <a:gd name="csX6" fmla="*/ 43615 w 295411"/>
                <a:gd name="csY6" fmla="*/ 133389 h 342939"/>
                <a:gd name="csX7" fmla="*/ 31709 w 295411"/>
                <a:gd name="csY7" fmla="*/ 190539 h 342939"/>
                <a:gd name="csX8" fmla="*/ 0 w 295411"/>
                <a:gd name="csY8" fmla="*/ 342939 h 342939"/>
                <a:gd name="csX9" fmla="*/ 38100 w 295411"/>
                <a:gd name="csY9" fmla="*/ 342939 h 342939"/>
                <a:gd name="csX10" fmla="*/ 153191 w 295411"/>
                <a:gd name="csY10" fmla="*/ 247689 h 342939"/>
                <a:gd name="csX11" fmla="*/ 228600 w 295411"/>
                <a:gd name="csY11" fmla="*/ 342939 h 342939"/>
                <a:gd name="csX12" fmla="*/ 274634 w 295411"/>
                <a:gd name="csY12" fmla="*/ 304839 h 342939"/>
                <a:gd name="csX13" fmla="*/ 294484 w 295411"/>
                <a:gd name="csY13" fmla="*/ 209589 h 342939"/>
                <a:gd name="csX14" fmla="*/ 285550 w 295411"/>
                <a:gd name="csY14" fmla="*/ 179109 h 342939"/>
                <a:gd name="csX15" fmla="*/ 81715 w 295411"/>
                <a:gd name="csY15" fmla="*/ 133389 h 342939"/>
                <a:gd name="csX16" fmla="*/ 101556 w 295411"/>
                <a:gd name="csY16" fmla="*/ 38139 h 342939"/>
                <a:gd name="csX17" fmla="*/ 158706 w 295411"/>
                <a:gd name="csY17" fmla="*/ 38139 h 342939"/>
                <a:gd name="csX18" fmla="*/ 189135 w 295411"/>
                <a:gd name="csY18" fmla="*/ 64731 h 342939"/>
                <a:gd name="csX19" fmla="*/ 189186 w 295411"/>
                <a:gd name="csY19" fmla="*/ 65762 h 342939"/>
                <a:gd name="csX20" fmla="*/ 194548 w 295411"/>
                <a:gd name="csY20" fmla="*/ 131484 h 342939"/>
                <a:gd name="csX21" fmla="*/ 195101 w 295411"/>
                <a:gd name="csY21" fmla="*/ 133389 h 342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95411" h="342939">
                  <a:moveTo>
                    <a:pt x="285550" y="179109"/>
                  </a:moveTo>
                  <a:lnTo>
                    <a:pt x="243011" y="141009"/>
                  </a:lnTo>
                  <a:cubicBezTo>
                    <a:pt x="237328" y="135891"/>
                    <a:pt x="234008" y="128653"/>
                    <a:pt x="233839" y="121007"/>
                  </a:cubicBezTo>
                  <a:lnTo>
                    <a:pt x="228476" y="55284"/>
                  </a:lnTo>
                  <a:cubicBezTo>
                    <a:pt x="226043" y="23272"/>
                    <a:pt x="198772" y="-1112"/>
                    <a:pt x="166688" y="39"/>
                  </a:cubicBezTo>
                  <a:lnTo>
                    <a:pt x="71438" y="39"/>
                  </a:lnTo>
                  <a:lnTo>
                    <a:pt x="43615" y="133389"/>
                  </a:lnTo>
                  <a:lnTo>
                    <a:pt x="31709" y="190539"/>
                  </a:lnTo>
                  <a:lnTo>
                    <a:pt x="0" y="342939"/>
                  </a:lnTo>
                  <a:lnTo>
                    <a:pt x="38100" y="342939"/>
                  </a:lnTo>
                  <a:cubicBezTo>
                    <a:pt x="49016" y="290552"/>
                    <a:pt x="100803" y="247689"/>
                    <a:pt x="153191" y="247689"/>
                  </a:cubicBezTo>
                  <a:cubicBezTo>
                    <a:pt x="205578" y="247689"/>
                    <a:pt x="239478" y="290552"/>
                    <a:pt x="228600" y="342939"/>
                  </a:cubicBezTo>
                  <a:cubicBezTo>
                    <a:pt x="250741" y="341969"/>
                    <a:pt x="269541" y="326407"/>
                    <a:pt x="274634" y="304839"/>
                  </a:cubicBezTo>
                  <a:lnTo>
                    <a:pt x="294484" y="209589"/>
                  </a:lnTo>
                  <a:cubicBezTo>
                    <a:pt x="297220" y="198561"/>
                    <a:pt x="293805" y="186915"/>
                    <a:pt x="285550" y="179109"/>
                  </a:cubicBezTo>
                  <a:close/>
                  <a:moveTo>
                    <a:pt x="81715" y="133389"/>
                  </a:moveTo>
                  <a:lnTo>
                    <a:pt x="101556" y="38139"/>
                  </a:lnTo>
                  <a:lnTo>
                    <a:pt x="158706" y="38139"/>
                  </a:lnTo>
                  <a:cubicBezTo>
                    <a:pt x="174451" y="37079"/>
                    <a:pt x="188075" y="48985"/>
                    <a:pt x="189135" y="64731"/>
                  </a:cubicBezTo>
                  <a:cubicBezTo>
                    <a:pt x="189158" y="65074"/>
                    <a:pt x="189175" y="65418"/>
                    <a:pt x="189186" y="65762"/>
                  </a:cubicBezTo>
                  <a:lnTo>
                    <a:pt x="194548" y="131484"/>
                  </a:lnTo>
                  <a:cubicBezTo>
                    <a:pt x="194348" y="132437"/>
                    <a:pt x="195301" y="132437"/>
                    <a:pt x="195101" y="133389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AEB1235-DE23-DF93-DD09-41C9E257E0F9}"/>
                </a:ext>
              </a:extLst>
            </p:cNvPr>
            <p:cNvSpPr/>
            <p:nvPr/>
          </p:nvSpPr>
          <p:spPr>
            <a:xfrm>
              <a:off x="5205755" y="-5879559"/>
              <a:ext cx="1488199" cy="421442"/>
            </a:xfrm>
            <a:custGeom>
              <a:avLst/>
              <a:gdLst>
                <a:gd name="csX0" fmla="*/ 0 w 470887"/>
                <a:gd name="csY0" fmla="*/ 133350 h 133350"/>
                <a:gd name="csX1" fmla="*/ 47625 w 470887"/>
                <a:gd name="csY1" fmla="*/ 133350 h 133350"/>
                <a:gd name="csX2" fmla="*/ 162716 w 470887"/>
                <a:gd name="csY2" fmla="*/ 38100 h 133350"/>
                <a:gd name="csX3" fmla="*/ 238125 w 470887"/>
                <a:gd name="csY3" fmla="*/ 133350 h 133350"/>
                <a:gd name="csX4" fmla="*/ 443103 w 470887"/>
                <a:gd name="csY4" fmla="*/ 133350 h 133350"/>
                <a:gd name="csX5" fmla="*/ 470887 w 470887"/>
                <a:gd name="csY5" fmla="*/ 0 h 133350"/>
                <a:gd name="csX6" fmla="*/ 27813 w 470887"/>
                <a:gd name="csY6" fmla="*/ 0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70887" h="133350">
                  <a:moveTo>
                    <a:pt x="0" y="133350"/>
                  </a:moveTo>
                  <a:lnTo>
                    <a:pt x="47625" y="133350"/>
                  </a:lnTo>
                  <a:cubicBezTo>
                    <a:pt x="58541" y="80963"/>
                    <a:pt x="110328" y="38100"/>
                    <a:pt x="162716" y="38100"/>
                  </a:cubicBezTo>
                  <a:cubicBezTo>
                    <a:pt x="215103" y="38100"/>
                    <a:pt x="249041" y="80963"/>
                    <a:pt x="238125" y="133350"/>
                  </a:cubicBezTo>
                  <a:lnTo>
                    <a:pt x="443103" y="133350"/>
                  </a:lnTo>
                  <a:lnTo>
                    <a:pt x="470887" y="0"/>
                  </a:lnTo>
                  <a:lnTo>
                    <a:pt x="27813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BB241047-9E9A-FE17-22FF-80975E3DBB12}"/>
                </a:ext>
              </a:extLst>
            </p:cNvPr>
            <p:cNvSpPr/>
            <p:nvPr/>
          </p:nvSpPr>
          <p:spPr>
            <a:xfrm>
              <a:off x="5167689" y="631168"/>
              <a:ext cx="1866384" cy="2408238"/>
            </a:xfrm>
            <a:custGeom>
              <a:avLst/>
              <a:gdLst>
                <a:gd name="csX0" fmla="*/ 57150 w 590550"/>
                <a:gd name="csY0" fmla="*/ 704850 h 762000"/>
                <a:gd name="csX1" fmla="*/ 57150 w 590550"/>
                <a:gd name="csY1" fmla="*/ 57150 h 762000"/>
                <a:gd name="csX2" fmla="*/ 295275 w 590550"/>
                <a:gd name="csY2" fmla="*/ 57150 h 762000"/>
                <a:gd name="csX3" fmla="*/ 295275 w 590550"/>
                <a:gd name="csY3" fmla="*/ 257175 h 762000"/>
                <a:gd name="csX4" fmla="*/ 533400 w 590550"/>
                <a:gd name="csY4" fmla="*/ 257175 h 762000"/>
                <a:gd name="csX5" fmla="*/ 533400 w 590550"/>
                <a:gd name="csY5" fmla="*/ 704850 h 762000"/>
                <a:gd name="csX6" fmla="*/ 57150 w 590550"/>
                <a:gd name="csY6" fmla="*/ 704850 h 762000"/>
                <a:gd name="csX7" fmla="*/ 352425 w 590550"/>
                <a:gd name="csY7" fmla="*/ 80963 h 762000"/>
                <a:gd name="csX8" fmla="*/ 471488 w 590550"/>
                <a:gd name="csY8" fmla="*/ 200025 h 762000"/>
                <a:gd name="csX9" fmla="*/ 352425 w 590550"/>
                <a:gd name="csY9" fmla="*/ 200025 h 762000"/>
                <a:gd name="csX10" fmla="*/ 352425 w 590550"/>
                <a:gd name="csY10" fmla="*/ 80963 h 762000"/>
                <a:gd name="csX11" fmla="*/ 352425 w 590550"/>
                <a:gd name="csY11" fmla="*/ 0 h 762000"/>
                <a:gd name="csX12" fmla="*/ 0 w 590550"/>
                <a:gd name="csY12" fmla="*/ 0 h 762000"/>
                <a:gd name="csX13" fmla="*/ 0 w 590550"/>
                <a:gd name="csY13" fmla="*/ 762000 h 762000"/>
                <a:gd name="csX14" fmla="*/ 590550 w 590550"/>
                <a:gd name="csY14" fmla="*/ 762000 h 762000"/>
                <a:gd name="csX15" fmla="*/ 590550 w 590550"/>
                <a:gd name="csY15" fmla="*/ 209550 h 762000"/>
                <a:gd name="csX16" fmla="*/ 352425 w 5905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90550" h="762000">
                  <a:moveTo>
                    <a:pt x="57150" y="704850"/>
                  </a:moveTo>
                  <a:lnTo>
                    <a:pt x="57150" y="57150"/>
                  </a:lnTo>
                  <a:lnTo>
                    <a:pt x="295275" y="57150"/>
                  </a:lnTo>
                  <a:lnTo>
                    <a:pt x="295275" y="257175"/>
                  </a:lnTo>
                  <a:lnTo>
                    <a:pt x="533400" y="257175"/>
                  </a:lnTo>
                  <a:lnTo>
                    <a:pt x="533400" y="704850"/>
                  </a:lnTo>
                  <a:lnTo>
                    <a:pt x="57150" y="704850"/>
                  </a:lnTo>
                  <a:close/>
                  <a:moveTo>
                    <a:pt x="352425" y="80963"/>
                  </a:moveTo>
                  <a:lnTo>
                    <a:pt x="471488" y="200025"/>
                  </a:lnTo>
                  <a:lnTo>
                    <a:pt x="352425" y="200025"/>
                  </a:lnTo>
                  <a:lnTo>
                    <a:pt x="352425" y="80963"/>
                  </a:lnTo>
                  <a:close/>
                  <a:moveTo>
                    <a:pt x="35242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590550" y="762000"/>
                  </a:lnTo>
                  <a:lnTo>
                    <a:pt x="590550" y="209550"/>
                  </a:lnTo>
                  <a:lnTo>
                    <a:pt x="352425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7625E5C7-3C0A-773F-3273-43DBE38A1184}"/>
                </a:ext>
              </a:extLst>
            </p:cNvPr>
            <p:cNvSpPr/>
            <p:nvPr/>
          </p:nvSpPr>
          <p:spPr>
            <a:xfrm>
              <a:off x="5528925" y="1744978"/>
              <a:ext cx="1143913" cy="120412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2DFBF119-7858-EEF0-BC3F-1BF9691ECC45}"/>
                </a:ext>
              </a:extLst>
            </p:cNvPr>
            <p:cNvSpPr/>
            <p:nvPr/>
          </p:nvSpPr>
          <p:spPr>
            <a:xfrm>
              <a:off x="5528926" y="1504155"/>
              <a:ext cx="391339" cy="120412"/>
            </a:xfrm>
            <a:custGeom>
              <a:avLst/>
              <a:gdLst>
                <a:gd name="csX0" fmla="*/ 0 w 123825"/>
                <a:gd name="csY0" fmla="*/ 0 h 38100"/>
                <a:gd name="csX1" fmla="*/ 123825 w 123825"/>
                <a:gd name="csY1" fmla="*/ 0 h 38100"/>
                <a:gd name="csX2" fmla="*/ 123825 w 123825"/>
                <a:gd name="csY2" fmla="*/ 38100 h 38100"/>
                <a:gd name="csX3" fmla="*/ 0 w 123825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3825" h="38100">
                  <a:moveTo>
                    <a:pt x="0" y="0"/>
                  </a:moveTo>
                  <a:lnTo>
                    <a:pt x="123825" y="0"/>
                  </a:lnTo>
                  <a:lnTo>
                    <a:pt x="123825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99AB6BB-B0F0-56B7-D043-563E2C286CFE}"/>
                </a:ext>
              </a:extLst>
            </p:cNvPr>
            <p:cNvSpPr/>
            <p:nvPr/>
          </p:nvSpPr>
          <p:spPr>
            <a:xfrm>
              <a:off x="5528925" y="1985802"/>
              <a:ext cx="1143913" cy="120412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D90B6056-2487-728E-A002-3B7D3678D3D8}"/>
                </a:ext>
              </a:extLst>
            </p:cNvPr>
            <p:cNvSpPr/>
            <p:nvPr/>
          </p:nvSpPr>
          <p:spPr>
            <a:xfrm>
              <a:off x="5528925" y="2226626"/>
              <a:ext cx="1143913" cy="120412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3C6F24A9-1E8B-9F05-E6F3-C992FDD17690}"/>
                </a:ext>
              </a:extLst>
            </p:cNvPr>
            <p:cNvSpPr/>
            <p:nvPr/>
          </p:nvSpPr>
          <p:spPr>
            <a:xfrm>
              <a:off x="5528925" y="2467450"/>
              <a:ext cx="1143913" cy="120412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5" name="图形 19" descr="沙漏 60% 纯色填充">
              <a:extLst>
                <a:ext uri="{FF2B5EF4-FFF2-40B4-BE49-F238E27FC236}">
                  <a16:creationId xmlns:a16="http://schemas.microsoft.com/office/drawing/2014/main" id="{34315F7D-4386-1157-2448-B327BA022381}"/>
                </a:ext>
              </a:extLst>
            </p:cNvPr>
            <p:cNvSpPr/>
            <p:nvPr/>
          </p:nvSpPr>
          <p:spPr>
            <a:xfrm>
              <a:off x="12376868" y="3915818"/>
              <a:ext cx="1684862" cy="2407093"/>
            </a:xfrm>
            <a:custGeom>
              <a:avLst/>
              <a:gdLst>
                <a:gd name="csX0" fmla="*/ 507397 w 533114"/>
                <a:gd name="csY0" fmla="*/ 57093 h 761638"/>
                <a:gd name="csX1" fmla="*/ 533114 w 533114"/>
                <a:gd name="csY1" fmla="*/ 57093 h 761638"/>
                <a:gd name="csX2" fmla="*/ 533114 w 533114"/>
                <a:gd name="csY2" fmla="*/ 0 h 761638"/>
                <a:gd name="csX3" fmla="*/ 0 w 533114"/>
                <a:gd name="csY3" fmla="*/ 0 h 761638"/>
                <a:gd name="csX4" fmla="*/ 0 w 533114"/>
                <a:gd name="csY4" fmla="*/ 57150 h 761638"/>
                <a:gd name="csX5" fmla="*/ 24765 w 533114"/>
                <a:gd name="csY5" fmla="*/ 57150 h 761638"/>
                <a:gd name="csX6" fmla="*/ 184699 w 533114"/>
                <a:gd name="csY6" fmla="*/ 380819 h 761638"/>
                <a:gd name="csX7" fmla="*/ 24765 w 533114"/>
                <a:gd name="csY7" fmla="*/ 704488 h 761638"/>
                <a:gd name="csX8" fmla="*/ 0 w 533114"/>
                <a:gd name="csY8" fmla="*/ 704488 h 761638"/>
                <a:gd name="csX9" fmla="*/ 0 w 533114"/>
                <a:gd name="csY9" fmla="*/ 761638 h 761638"/>
                <a:gd name="csX10" fmla="*/ 533114 w 533114"/>
                <a:gd name="csY10" fmla="*/ 761638 h 761638"/>
                <a:gd name="csX11" fmla="*/ 533114 w 533114"/>
                <a:gd name="csY11" fmla="*/ 704488 h 761638"/>
                <a:gd name="csX12" fmla="*/ 507397 w 533114"/>
                <a:gd name="csY12" fmla="*/ 704488 h 761638"/>
                <a:gd name="csX13" fmla="*/ 347462 w 533114"/>
                <a:gd name="csY13" fmla="*/ 380819 h 761638"/>
                <a:gd name="csX14" fmla="*/ 507397 w 533114"/>
                <a:gd name="csY14" fmla="*/ 57093 h 761638"/>
                <a:gd name="csX15" fmla="*/ 449961 w 533114"/>
                <a:gd name="csY15" fmla="*/ 57093 h 761638"/>
                <a:gd name="csX16" fmla="*/ 396392 w 533114"/>
                <a:gd name="csY16" fmla="*/ 228543 h 761638"/>
                <a:gd name="csX17" fmla="*/ 136303 w 533114"/>
                <a:gd name="csY17" fmla="*/ 228543 h 761638"/>
                <a:gd name="csX18" fmla="*/ 82229 w 533114"/>
                <a:gd name="csY18" fmla="*/ 57093 h 761638"/>
                <a:gd name="csX19" fmla="*/ 218084 w 533114"/>
                <a:gd name="csY19" fmla="*/ 427130 h 761638"/>
                <a:gd name="csX20" fmla="*/ 230829 w 533114"/>
                <a:gd name="csY20" fmla="*/ 414338 h 761638"/>
                <a:gd name="csX21" fmla="*/ 247650 w 533114"/>
                <a:gd name="csY21" fmla="*/ 439103 h 761638"/>
                <a:gd name="csX22" fmla="*/ 247650 w 533114"/>
                <a:gd name="csY22" fmla="*/ 561975 h 761638"/>
                <a:gd name="csX23" fmla="*/ 105223 w 533114"/>
                <a:gd name="csY23" fmla="*/ 704402 h 761638"/>
                <a:gd name="csX24" fmla="*/ 82172 w 533114"/>
                <a:gd name="csY24" fmla="*/ 704402 h 761638"/>
                <a:gd name="csX25" fmla="*/ 218084 w 533114"/>
                <a:gd name="csY25" fmla="*/ 427130 h 761638"/>
                <a:gd name="csX26" fmla="*/ 449971 w 533114"/>
                <a:gd name="csY26" fmla="*/ 704402 h 761638"/>
                <a:gd name="csX27" fmla="*/ 428177 w 533114"/>
                <a:gd name="csY27" fmla="*/ 704402 h 761638"/>
                <a:gd name="csX28" fmla="*/ 285750 w 533114"/>
                <a:gd name="csY28" fmla="*/ 561975 h 761638"/>
                <a:gd name="csX29" fmla="*/ 285750 w 533114"/>
                <a:gd name="csY29" fmla="*/ 438341 h 761638"/>
                <a:gd name="csX30" fmla="*/ 301733 w 533114"/>
                <a:gd name="csY30" fmla="*/ 414871 h 761638"/>
                <a:gd name="csX31" fmla="*/ 314039 w 533114"/>
                <a:gd name="csY31" fmla="*/ 427130 h 761638"/>
                <a:gd name="csX32" fmla="*/ 449971 w 533114"/>
                <a:gd name="csY32" fmla="*/ 704402 h 761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533114" h="761638">
                  <a:moveTo>
                    <a:pt x="507397" y="57093"/>
                  </a:moveTo>
                  <a:lnTo>
                    <a:pt x="533114" y="57093"/>
                  </a:lnTo>
                  <a:lnTo>
                    <a:pt x="533114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24765" y="57150"/>
                  </a:lnTo>
                  <a:cubicBezTo>
                    <a:pt x="35242" y="162811"/>
                    <a:pt x="96202" y="317040"/>
                    <a:pt x="184699" y="380819"/>
                  </a:cubicBezTo>
                  <a:cubicBezTo>
                    <a:pt x="96164" y="444637"/>
                    <a:pt x="34290" y="598818"/>
                    <a:pt x="24765" y="704488"/>
                  </a:cubicBezTo>
                  <a:lnTo>
                    <a:pt x="0" y="704488"/>
                  </a:lnTo>
                  <a:lnTo>
                    <a:pt x="0" y="761638"/>
                  </a:lnTo>
                  <a:lnTo>
                    <a:pt x="533114" y="761638"/>
                  </a:lnTo>
                  <a:lnTo>
                    <a:pt x="533114" y="704488"/>
                  </a:lnTo>
                  <a:lnTo>
                    <a:pt x="507397" y="704488"/>
                  </a:lnTo>
                  <a:cubicBezTo>
                    <a:pt x="497872" y="598818"/>
                    <a:pt x="435959" y="444598"/>
                    <a:pt x="347462" y="380819"/>
                  </a:cubicBezTo>
                  <a:cubicBezTo>
                    <a:pt x="436007" y="316982"/>
                    <a:pt x="497872" y="162754"/>
                    <a:pt x="507397" y="57093"/>
                  </a:cubicBezTo>
                  <a:close/>
                  <a:moveTo>
                    <a:pt x="449961" y="57093"/>
                  </a:moveTo>
                  <a:cubicBezTo>
                    <a:pt x="442200" y="116921"/>
                    <a:pt x="424073" y="174939"/>
                    <a:pt x="396392" y="228543"/>
                  </a:cubicBezTo>
                  <a:lnTo>
                    <a:pt x="136303" y="228543"/>
                  </a:lnTo>
                  <a:cubicBezTo>
                    <a:pt x="108760" y="174842"/>
                    <a:pt x="90479" y="116878"/>
                    <a:pt x="82229" y="57093"/>
                  </a:cubicBezTo>
                  <a:close/>
                  <a:moveTo>
                    <a:pt x="218084" y="427130"/>
                  </a:moveTo>
                  <a:cubicBezTo>
                    <a:pt x="222987" y="423572"/>
                    <a:pt x="227289" y="419253"/>
                    <a:pt x="230829" y="414338"/>
                  </a:cubicBezTo>
                  <a:lnTo>
                    <a:pt x="247650" y="439103"/>
                  </a:lnTo>
                  <a:lnTo>
                    <a:pt x="247650" y="561975"/>
                  </a:lnTo>
                  <a:lnTo>
                    <a:pt x="105223" y="704402"/>
                  </a:lnTo>
                  <a:lnTo>
                    <a:pt x="82172" y="704402"/>
                  </a:lnTo>
                  <a:cubicBezTo>
                    <a:pt x="92278" y="609600"/>
                    <a:pt x="148371" y="477355"/>
                    <a:pt x="218084" y="427130"/>
                  </a:cubicBezTo>
                  <a:close/>
                  <a:moveTo>
                    <a:pt x="449971" y="704402"/>
                  </a:moveTo>
                  <a:lnTo>
                    <a:pt x="428177" y="704402"/>
                  </a:lnTo>
                  <a:lnTo>
                    <a:pt x="285750" y="561975"/>
                  </a:lnTo>
                  <a:lnTo>
                    <a:pt x="285750" y="438341"/>
                  </a:lnTo>
                  <a:lnTo>
                    <a:pt x="301733" y="414871"/>
                  </a:lnTo>
                  <a:cubicBezTo>
                    <a:pt x="305187" y="419560"/>
                    <a:pt x="309337" y="423694"/>
                    <a:pt x="314039" y="427130"/>
                  </a:cubicBezTo>
                  <a:cubicBezTo>
                    <a:pt x="383781" y="477355"/>
                    <a:pt x="439865" y="609600"/>
                    <a:pt x="449971" y="704402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D30E50A7-FDA4-9DF9-4089-9B4D77ACF5D9}"/>
                </a:ext>
              </a:extLst>
            </p:cNvPr>
            <p:cNvSpPr/>
            <p:nvPr/>
          </p:nvSpPr>
          <p:spPr>
            <a:xfrm>
              <a:off x="14530991" y="1308108"/>
              <a:ext cx="2046999" cy="1412732"/>
            </a:xfrm>
            <a:custGeom>
              <a:avLst/>
              <a:gdLst>
                <a:gd name="csX0" fmla="*/ 550250 w 647699"/>
                <a:gd name="csY0" fmla="*/ 133 h 447008"/>
                <a:gd name="csX1" fmla="*/ 508759 w 647699"/>
                <a:gd name="csY1" fmla="*/ 48711 h 447008"/>
                <a:gd name="csX2" fmla="*/ 587254 w 647699"/>
                <a:gd name="csY2" fmla="*/ 238258 h 447008"/>
                <a:gd name="csX3" fmla="*/ 409137 w 647699"/>
                <a:gd name="csY3" fmla="*/ 238258 h 447008"/>
                <a:gd name="csX4" fmla="*/ 322576 w 647699"/>
                <a:gd name="csY4" fmla="*/ 322271 h 447008"/>
                <a:gd name="csX5" fmla="*/ 238563 w 647699"/>
                <a:gd name="csY5" fmla="*/ 238258 h 447008"/>
                <a:gd name="csX6" fmla="*/ 60265 w 647699"/>
                <a:gd name="csY6" fmla="*/ 238258 h 447008"/>
                <a:gd name="csX7" fmla="*/ 138827 w 647699"/>
                <a:gd name="csY7" fmla="*/ 48577 h 447008"/>
                <a:gd name="csX8" fmla="*/ 97365 w 647699"/>
                <a:gd name="csY8" fmla="*/ 0 h 447008"/>
                <a:gd name="csX9" fmla="*/ 0 w 647699"/>
                <a:gd name="csY9" fmla="*/ 237458 h 447008"/>
                <a:gd name="csX10" fmla="*/ 0 w 647699"/>
                <a:gd name="csY10" fmla="*/ 447008 h 447008"/>
                <a:gd name="csX11" fmla="*/ 647700 w 647699"/>
                <a:gd name="csY11" fmla="*/ 447008 h 447008"/>
                <a:gd name="csX12" fmla="*/ 647700 w 647699"/>
                <a:gd name="csY12" fmla="*/ 237458 h 447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47699" h="447008">
                  <a:moveTo>
                    <a:pt x="550250" y="133"/>
                  </a:moveTo>
                  <a:lnTo>
                    <a:pt x="508759" y="48711"/>
                  </a:lnTo>
                  <a:lnTo>
                    <a:pt x="587254" y="238258"/>
                  </a:lnTo>
                  <a:lnTo>
                    <a:pt x="409137" y="238258"/>
                  </a:lnTo>
                  <a:cubicBezTo>
                    <a:pt x="408433" y="285361"/>
                    <a:pt x="369678" y="322975"/>
                    <a:pt x="322576" y="322271"/>
                  </a:cubicBezTo>
                  <a:cubicBezTo>
                    <a:pt x="276465" y="321581"/>
                    <a:pt x="239253" y="284369"/>
                    <a:pt x="238563" y="238258"/>
                  </a:cubicBezTo>
                  <a:lnTo>
                    <a:pt x="60265" y="238258"/>
                  </a:lnTo>
                  <a:lnTo>
                    <a:pt x="138827" y="48577"/>
                  </a:lnTo>
                  <a:lnTo>
                    <a:pt x="97365" y="0"/>
                  </a:lnTo>
                  <a:lnTo>
                    <a:pt x="0" y="237458"/>
                  </a:lnTo>
                  <a:lnTo>
                    <a:pt x="0" y="447008"/>
                  </a:lnTo>
                  <a:lnTo>
                    <a:pt x="647700" y="447008"/>
                  </a:lnTo>
                  <a:lnTo>
                    <a:pt x="647700" y="237458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84E1ECD0-BA80-2765-EA22-504832D312FF}"/>
                </a:ext>
              </a:extLst>
            </p:cNvPr>
            <p:cNvSpPr/>
            <p:nvPr/>
          </p:nvSpPr>
          <p:spPr>
            <a:xfrm>
              <a:off x="14937381" y="553429"/>
              <a:ext cx="1234219" cy="1407403"/>
            </a:xfrm>
            <a:custGeom>
              <a:avLst/>
              <a:gdLst>
                <a:gd name="csX0" fmla="*/ 390525 w 390524"/>
                <a:gd name="csY0" fmla="*/ 216722 h 445322"/>
                <a:gd name="csX1" fmla="*/ 271463 w 390524"/>
                <a:gd name="csY1" fmla="*/ 216722 h 445322"/>
                <a:gd name="csX2" fmla="*/ 271463 w 390524"/>
                <a:gd name="csY2" fmla="*/ 0 h 445322"/>
                <a:gd name="csX3" fmla="*/ 119063 w 390524"/>
                <a:gd name="csY3" fmla="*/ 0 h 445322"/>
                <a:gd name="csX4" fmla="*/ 119063 w 390524"/>
                <a:gd name="csY4" fmla="*/ 216722 h 445322"/>
                <a:gd name="csX5" fmla="*/ 0 w 390524"/>
                <a:gd name="csY5" fmla="*/ 216722 h 445322"/>
                <a:gd name="csX6" fmla="*/ 195263 w 390524"/>
                <a:gd name="csY6" fmla="*/ 445322 h 445322"/>
                <a:gd name="csX7" fmla="*/ 390525 w 390524"/>
                <a:gd name="csY7" fmla="*/ 216722 h 445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90524" h="445322">
                  <a:moveTo>
                    <a:pt x="390525" y="216722"/>
                  </a:moveTo>
                  <a:lnTo>
                    <a:pt x="271463" y="216722"/>
                  </a:lnTo>
                  <a:lnTo>
                    <a:pt x="271463" y="0"/>
                  </a:lnTo>
                  <a:lnTo>
                    <a:pt x="119063" y="0"/>
                  </a:lnTo>
                  <a:lnTo>
                    <a:pt x="119063" y="216722"/>
                  </a:lnTo>
                  <a:lnTo>
                    <a:pt x="0" y="216722"/>
                  </a:lnTo>
                  <a:lnTo>
                    <a:pt x="195263" y="445322"/>
                  </a:lnTo>
                  <a:lnTo>
                    <a:pt x="390525" y="216722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0A1AFFC2-DC6C-F8C0-562A-1E82B9D1FAB0}"/>
                </a:ext>
              </a:extLst>
            </p:cNvPr>
            <p:cNvSpPr/>
            <p:nvPr/>
          </p:nvSpPr>
          <p:spPr>
            <a:xfrm>
              <a:off x="14207116" y="-5765184"/>
              <a:ext cx="503322" cy="211062"/>
            </a:xfrm>
            <a:custGeom>
              <a:avLst/>
              <a:gdLst>
                <a:gd name="csX0" fmla="*/ 0 w 159258"/>
                <a:gd name="csY0" fmla="*/ 0 h 66783"/>
                <a:gd name="csX1" fmla="*/ 93726 w 159258"/>
                <a:gd name="csY1" fmla="*/ 65532 h 66783"/>
                <a:gd name="csX2" fmla="*/ 159258 w 159258"/>
                <a:gd name="csY2" fmla="*/ 0 h 66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9258" h="66783">
                  <a:moveTo>
                    <a:pt x="0" y="0"/>
                  </a:moveTo>
                  <a:cubicBezTo>
                    <a:pt x="7786" y="43978"/>
                    <a:pt x="49748" y="73318"/>
                    <a:pt x="93726" y="65532"/>
                  </a:cubicBezTo>
                  <a:cubicBezTo>
                    <a:pt x="127162" y="59612"/>
                    <a:pt x="153338" y="33436"/>
                    <a:pt x="15925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85264831-A136-6E23-83CB-72AE115F9A53}"/>
                </a:ext>
              </a:extLst>
            </p:cNvPr>
            <p:cNvSpPr/>
            <p:nvPr/>
          </p:nvSpPr>
          <p:spPr>
            <a:xfrm>
              <a:off x="14089567" y="-6638171"/>
              <a:ext cx="991815" cy="210721"/>
            </a:xfrm>
            <a:custGeom>
              <a:avLst/>
              <a:gdLst>
                <a:gd name="csX0" fmla="*/ 309895 w 313824"/>
                <a:gd name="csY0" fmla="*/ 66675 h 66675"/>
                <a:gd name="csX1" fmla="*/ 40623 w 313824"/>
                <a:gd name="csY1" fmla="*/ 66675 h 66675"/>
                <a:gd name="csX2" fmla="*/ 999 w 313824"/>
                <a:gd name="csY2" fmla="*/ 33338 h 66675"/>
                <a:gd name="csX3" fmla="*/ 8905 w 313824"/>
                <a:gd name="csY3" fmla="*/ 0 h 66675"/>
                <a:gd name="csX4" fmla="*/ 270271 w 313824"/>
                <a:gd name="csY4" fmla="*/ 0 h 66675"/>
                <a:gd name="csX5" fmla="*/ 309895 w 313824"/>
                <a:gd name="csY5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13824" h="66675">
                  <a:moveTo>
                    <a:pt x="309895" y="66675"/>
                  </a:moveTo>
                  <a:lnTo>
                    <a:pt x="40623" y="66675"/>
                  </a:lnTo>
                  <a:cubicBezTo>
                    <a:pt x="27669" y="66675"/>
                    <a:pt x="999" y="58388"/>
                    <a:pt x="999" y="33338"/>
                  </a:cubicBezTo>
                  <a:cubicBezTo>
                    <a:pt x="999" y="33338"/>
                    <a:pt x="-4144" y="0"/>
                    <a:pt x="8905" y="0"/>
                  </a:cubicBezTo>
                  <a:lnTo>
                    <a:pt x="270271" y="0"/>
                  </a:lnTo>
                  <a:cubicBezTo>
                    <a:pt x="301894" y="0"/>
                    <a:pt x="322944" y="66675"/>
                    <a:pt x="309895" y="66675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27E1CAB-3319-A503-B078-0607976724B8}"/>
                </a:ext>
              </a:extLst>
            </p:cNvPr>
            <p:cNvSpPr/>
            <p:nvPr/>
          </p:nvSpPr>
          <p:spPr>
            <a:xfrm>
              <a:off x="13890133" y="-6848913"/>
              <a:ext cx="2518713" cy="1174363"/>
            </a:xfrm>
            <a:custGeom>
              <a:avLst/>
              <a:gdLst>
                <a:gd name="csX0" fmla="*/ 666845 w 796956"/>
                <a:gd name="csY0" fmla="*/ 156407 h 371585"/>
                <a:gd name="csX1" fmla="*/ 632460 w 796956"/>
                <a:gd name="csY1" fmla="*/ 74397 h 371585"/>
                <a:gd name="csX2" fmla="*/ 644938 w 796956"/>
                <a:gd name="csY2" fmla="*/ 76207 h 371585"/>
                <a:gd name="csX3" fmla="*/ 689515 w 796956"/>
                <a:gd name="csY3" fmla="*/ 76207 h 371585"/>
                <a:gd name="csX4" fmla="*/ 689515 w 796956"/>
                <a:gd name="csY4" fmla="*/ 7 h 371585"/>
                <a:gd name="csX5" fmla="*/ 644938 w 796956"/>
                <a:gd name="csY5" fmla="*/ 7 h 371585"/>
                <a:gd name="csX6" fmla="*/ 607314 w 796956"/>
                <a:gd name="csY6" fmla="*/ 19057 h 371585"/>
                <a:gd name="csX7" fmla="*/ 527590 w 796956"/>
                <a:gd name="csY7" fmla="*/ 19057 h 371585"/>
                <a:gd name="csX8" fmla="*/ 527590 w 796956"/>
                <a:gd name="csY8" fmla="*/ 57157 h 371585"/>
                <a:gd name="csX9" fmla="*/ 584740 w 796956"/>
                <a:gd name="csY9" fmla="*/ 57157 h 371585"/>
                <a:gd name="csX10" fmla="*/ 599027 w 796956"/>
                <a:gd name="csY10" fmla="*/ 166599 h 371585"/>
                <a:gd name="csX11" fmla="*/ 597884 w 796956"/>
                <a:gd name="csY11" fmla="*/ 182982 h 371585"/>
                <a:gd name="csX12" fmla="*/ 597884 w 796956"/>
                <a:gd name="csY12" fmla="*/ 183744 h 371585"/>
                <a:gd name="csX13" fmla="*/ 597884 w 796956"/>
                <a:gd name="csY13" fmla="*/ 185744 h 371585"/>
                <a:gd name="csX14" fmla="*/ 465742 w 796956"/>
                <a:gd name="csY14" fmla="*/ 289447 h 371585"/>
                <a:gd name="csX15" fmla="*/ 361283 w 796956"/>
                <a:gd name="csY15" fmla="*/ 166694 h 371585"/>
                <a:gd name="csX16" fmla="*/ 361283 w 796956"/>
                <a:gd name="csY16" fmla="*/ 162027 h 371585"/>
                <a:gd name="csX17" fmla="*/ 98870 w 796956"/>
                <a:gd name="csY17" fmla="*/ 162027 h 371585"/>
                <a:gd name="csX18" fmla="*/ 49435 w 796956"/>
                <a:gd name="csY18" fmla="*/ 271184 h 371585"/>
                <a:gd name="csX19" fmla="*/ 50578 w 796956"/>
                <a:gd name="csY19" fmla="*/ 276232 h 371585"/>
                <a:gd name="csX20" fmla="*/ 16097 w 796956"/>
                <a:gd name="csY20" fmla="*/ 276232 h 371585"/>
                <a:gd name="csX21" fmla="*/ 0 w 796956"/>
                <a:gd name="csY21" fmla="*/ 314332 h 371585"/>
                <a:gd name="csX22" fmla="*/ 325088 w 796956"/>
                <a:gd name="csY22" fmla="*/ 314332 h 371585"/>
                <a:gd name="csX23" fmla="*/ 327660 w 796956"/>
                <a:gd name="csY23" fmla="*/ 318332 h 371585"/>
                <a:gd name="csX24" fmla="*/ 349187 w 796956"/>
                <a:gd name="csY24" fmla="*/ 345288 h 371585"/>
                <a:gd name="csX25" fmla="*/ 403765 w 796956"/>
                <a:gd name="csY25" fmla="*/ 371482 h 371585"/>
                <a:gd name="csX26" fmla="*/ 603028 w 796956"/>
                <a:gd name="csY26" fmla="*/ 371482 h 371585"/>
                <a:gd name="csX27" fmla="*/ 663101 w 796956"/>
                <a:gd name="csY27" fmla="*/ 228841 h 371585"/>
                <a:gd name="csX28" fmla="*/ 793528 w 796956"/>
                <a:gd name="csY28" fmla="*/ 266707 h 371585"/>
                <a:gd name="csX29" fmla="*/ 796957 w 796956"/>
                <a:gd name="csY29" fmla="*/ 266707 h 371585"/>
                <a:gd name="csX30" fmla="*/ 666845 w 796956"/>
                <a:gd name="csY30" fmla="*/ 156407 h 371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796956" h="371585">
                  <a:moveTo>
                    <a:pt x="666845" y="156407"/>
                  </a:moveTo>
                  <a:lnTo>
                    <a:pt x="632460" y="74397"/>
                  </a:lnTo>
                  <a:cubicBezTo>
                    <a:pt x="636523" y="75538"/>
                    <a:pt x="640718" y="76146"/>
                    <a:pt x="644938" y="76207"/>
                  </a:cubicBezTo>
                  <a:lnTo>
                    <a:pt x="689515" y="76207"/>
                  </a:lnTo>
                  <a:lnTo>
                    <a:pt x="689515" y="7"/>
                  </a:lnTo>
                  <a:lnTo>
                    <a:pt x="644938" y="7"/>
                  </a:lnTo>
                  <a:cubicBezTo>
                    <a:pt x="630019" y="-250"/>
                    <a:pt x="615937" y="6880"/>
                    <a:pt x="607314" y="19057"/>
                  </a:cubicBezTo>
                  <a:lnTo>
                    <a:pt x="527590" y="19057"/>
                  </a:lnTo>
                  <a:lnTo>
                    <a:pt x="527590" y="57157"/>
                  </a:lnTo>
                  <a:lnTo>
                    <a:pt x="584740" y="57157"/>
                  </a:lnTo>
                  <a:cubicBezTo>
                    <a:pt x="597408" y="89351"/>
                    <a:pt x="599027" y="136405"/>
                    <a:pt x="599027" y="166599"/>
                  </a:cubicBezTo>
                  <a:cubicBezTo>
                    <a:pt x="598985" y="172079"/>
                    <a:pt x="598603" y="177550"/>
                    <a:pt x="597884" y="182982"/>
                  </a:cubicBezTo>
                  <a:lnTo>
                    <a:pt x="597884" y="183744"/>
                  </a:lnTo>
                  <a:cubicBezTo>
                    <a:pt x="598083" y="184395"/>
                    <a:pt x="598083" y="185093"/>
                    <a:pt x="597884" y="185744"/>
                  </a:cubicBezTo>
                  <a:cubicBezTo>
                    <a:pt x="590031" y="250871"/>
                    <a:pt x="530869" y="297300"/>
                    <a:pt x="465742" y="289447"/>
                  </a:cubicBezTo>
                  <a:cubicBezTo>
                    <a:pt x="404239" y="282031"/>
                    <a:pt x="358764" y="228592"/>
                    <a:pt x="361283" y="166694"/>
                  </a:cubicBezTo>
                  <a:cubicBezTo>
                    <a:pt x="361283" y="165075"/>
                    <a:pt x="361283" y="163551"/>
                    <a:pt x="361283" y="162027"/>
                  </a:cubicBezTo>
                  <a:lnTo>
                    <a:pt x="98870" y="162027"/>
                  </a:lnTo>
                  <a:cubicBezTo>
                    <a:pt x="65315" y="187967"/>
                    <a:pt x="46798" y="228852"/>
                    <a:pt x="49435" y="271184"/>
                  </a:cubicBezTo>
                  <a:cubicBezTo>
                    <a:pt x="49521" y="272920"/>
                    <a:pt x="49908" y="274628"/>
                    <a:pt x="50578" y="276232"/>
                  </a:cubicBezTo>
                  <a:lnTo>
                    <a:pt x="16097" y="276232"/>
                  </a:lnTo>
                  <a:lnTo>
                    <a:pt x="0" y="314332"/>
                  </a:lnTo>
                  <a:lnTo>
                    <a:pt x="325088" y="314332"/>
                  </a:lnTo>
                  <a:cubicBezTo>
                    <a:pt x="325946" y="315665"/>
                    <a:pt x="326708" y="317094"/>
                    <a:pt x="327660" y="318332"/>
                  </a:cubicBezTo>
                  <a:lnTo>
                    <a:pt x="349187" y="345288"/>
                  </a:lnTo>
                  <a:cubicBezTo>
                    <a:pt x="361664" y="362824"/>
                    <a:pt x="382278" y="372716"/>
                    <a:pt x="403765" y="371482"/>
                  </a:cubicBezTo>
                  <a:lnTo>
                    <a:pt x="603028" y="371482"/>
                  </a:lnTo>
                  <a:cubicBezTo>
                    <a:pt x="580228" y="315503"/>
                    <a:pt x="607124" y="251641"/>
                    <a:pt x="663101" y="228841"/>
                  </a:cubicBezTo>
                  <a:cubicBezTo>
                    <a:pt x="710097" y="209699"/>
                    <a:pt x="764089" y="225374"/>
                    <a:pt x="793528" y="266707"/>
                  </a:cubicBezTo>
                  <a:lnTo>
                    <a:pt x="796957" y="266707"/>
                  </a:lnTo>
                  <a:cubicBezTo>
                    <a:pt x="780002" y="190983"/>
                    <a:pt x="715899" y="165075"/>
                    <a:pt x="666845" y="156407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36DB9753-E980-DBC4-8FF3-AD1D77D020D3}"/>
                </a:ext>
              </a:extLst>
            </p:cNvPr>
            <p:cNvSpPr/>
            <p:nvPr/>
          </p:nvSpPr>
          <p:spPr>
            <a:xfrm>
              <a:off x="15858568" y="-6065915"/>
              <a:ext cx="511750" cy="511747"/>
            </a:xfrm>
            <a:custGeom>
              <a:avLst/>
              <a:gdLst>
                <a:gd name="csX0" fmla="*/ 161925 w 161925"/>
                <a:gd name="csY0" fmla="*/ 80962 h 161924"/>
                <a:gd name="csX1" fmla="*/ 80963 w 161925"/>
                <a:gd name="csY1" fmla="*/ 161925 h 161924"/>
                <a:gd name="csX2" fmla="*/ 0 w 161925"/>
                <a:gd name="csY2" fmla="*/ 80962 h 161924"/>
                <a:gd name="csX3" fmla="*/ 80963 w 161925"/>
                <a:gd name="csY3" fmla="*/ 0 h 161924"/>
                <a:gd name="csX4" fmla="*/ 161925 w 161925"/>
                <a:gd name="csY4" fmla="*/ 80962 h 161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1925" h="161924">
                  <a:moveTo>
                    <a:pt x="161925" y="80962"/>
                  </a:moveTo>
                  <a:cubicBezTo>
                    <a:pt x="161925" y="125677"/>
                    <a:pt x="125677" y="161925"/>
                    <a:pt x="80963" y="161925"/>
                  </a:cubicBezTo>
                  <a:cubicBezTo>
                    <a:pt x="36248" y="161925"/>
                    <a:pt x="0" y="125677"/>
                    <a:pt x="0" y="80962"/>
                  </a:cubicBezTo>
                  <a:cubicBezTo>
                    <a:pt x="0" y="36248"/>
                    <a:pt x="36248" y="0"/>
                    <a:pt x="80963" y="0"/>
                  </a:cubicBezTo>
                  <a:cubicBezTo>
                    <a:pt x="125677" y="0"/>
                    <a:pt x="161925" y="36248"/>
                    <a:pt x="161925" y="80962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8A0E7BA0-00BF-B760-0AA6-4A9639A40ADE}"/>
                </a:ext>
              </a:extLst>
            </p:cNvPr>
            <p:cNvSpPr/>
            <p:nvPr/>
          </p:nvSpPr>
          <p:spPr>
            <a:xfrm>
              <a:off x="8268718" y="5691893"/>
              <a:ext cx="180618" cy="240824"/>
            </a:xfrm>
            <a:custGeom>
              <a:avLst/>
              <a:gdLst>
                <a:gd name="csX0" fmla="*/ 0 w 57150"/>
                <a:gd name="csY0" fmla="*/ 0 h 76200"/>
                <a:gd name="csX1" fmla="*/ 57150 w 57150"/>
                <a:gd name="csY1" fmla="*/ 0 h 76200"/>
                <a:gd name="csX2" fmla="*/ 57150 w 57150"/>
                <a:gd name="csY2" fmla="*/ 76200 h 76200"/>
                <a:gd name="csX3" fmla="*/ 0 w 57150"/>
                <a:gd name="csY3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0"/>
                  </a:lnTo>
                  <a:lnTo>
                    <a:pt x="57150" y="76200"/>
                  </a:lnTo>
                  <a:lnTo>
                    <a:pt x="0" y="762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D7A824E-6179-F2B6-CF56-744C20A6C59C}"/>
                </a:ext>
              </a:extLst>
            </p:cNvPr>
            <p:cNvSpPr/>
            <p:nvPr/>
          </p:nvSpPr>
          <p:spPr>
            <a:xfrm>
              <a:off x="8268718" y="6053129"/>
              <a:ext cx="180618" cy="180618"/>
            </a:xfrm>
            <a:custGeom>
              <a:avLst/>
              <a:gdLst>
                <a:gd name="csX0" fmla="*/ 0 w 57150"/>
                <a:gd name="csY0" fmla="*/ 0 h 57150"/>
                <a:gd name="csX1" fmla="*/ 57150 w 57150"/>
                <a:gd name="csY1" fmla="*/ 0 h 57150"/>
                <a:gd name="csX2" fmla="*/ 57150 w 57150"/>
                <a:gd name="csY2" fmla="*/ 57150 h 57150"/>
                <a:gd name="csX3" fmla="*/ 0 w 57150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2C857AED-CB98-6CC2-C963-BA458A9660C9}"/>
                </a:ext>
              </a:extLst>
            </p:cNvPr>
            <p:cNvSpPr/>
            <p:nvPr/>
          </p:nvSpPr>
          <p:spPr>
            <a:xfrm>
              <a:off x="8569750" y="6053129"/>
              <a:ext cx="872986" cy="180618"/>
            </a:xfrm>
            <a:custGeom>
              <a:avLst/>
              <a:gdLst>
                <a:gd name="csX0" fmla="*/ 0 w 276225"/>
                <a:gd name="csY0" fmla="*/ 0 h 57150"/>
                <a:gd name="csX1" fmla="*/ 276225 w 276225"/>
                <a:gd name="csY1" fmla="*/ 0 h 57150"/>
                <a:gd name="csX2" fmla="*/ 276225 w 276225"/>
                <a:gd name="csY2" fmla="*/ 57150 h 57150"/>
                <a:gd name="csX3" fmla="*/ 0 w 276225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6225" h="57150">
                  <a:moveTo>
                    <a:pt x="0" y="0"/>
                  </a:moveTo>
                  <a:lnTo>
                    <a:pt x="276225" y="0"/>
                  </a:lnTo>
                  <a:lnTo>
                    <a:pt x="276225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549DBC95-EC2E-0AF3-8E5E-636D1DA43B35}"/>
                </a:ext>
              </a:extLst>
            </p:cNvPr>
            <p:cNvSpPr/>
            <p:nvPr/>
          </p:nvSpPr>
          <p:spPr>
            <a:xfrm>
              <a:off x="7275322" y="6053129"/>
              <a:ext cx="872986" cy="180618"/>
            </a:xfrm>
            <a:custGeom>
              <a:avLst/>
              <a:gdLst>
                <a:gd name="csX0" fmla="*/ 0 w 276225"/>
                <a:gd name="csY0" fmla="*/ 0 h 57150"/>
                <a:gd name="csX1" fmla="*/ 276225 w 276225"/>
                <a:gd name="csY1" fmla="*/ 0 h 57150"/>
                <a:gd name="csX2" fmla="*/ 276225 w 276225"/>
                <a:gd name="csY2" fmla="*/ 57150 h 57150"/>
                <a:gd name="csX3" fmla="*/ 0 w 276225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6225" h="57150">
                  <a:moveTo>
                    <a:pt x="0" y="0"/>
                  </a:moveTo>
                  <a:lnTo>
                    <a:pt x="276225" y="0"/>
                  </a:lnTo>
                  <a:lnTo>
                    <a:pt x="276225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32DE4D40-4542-48D2-3321-3238C08EFD6A}"/>
                </a:ext>
              </a:extLst>
            </p:cNvPr>
            <p:cNvSpPr/>
            <p:nvPr/>
          </p:nvSpPr>
          <p:spPr>
            <a:xfrm>
              <a:off x="7395732" y="5210246"/>
              <a:ext cx="1926590" cy="481648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0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0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0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0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0DAD68A5-2004-BE43-9E48-E66B61AD1FFB}"/>
                </a:ext>
              </a:extLst>
            </p:cNvPr>
            <p:cNvSpPr/>
            <p:nvPr/>
          </p:nvSpPr>
          <p:spPr>
            <a:xfrm>
              <a:off x="7395732" y="4608186"/>
              <a:ext cx="1926590" cy="481648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0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0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0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0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D9987CAE-E3E0-10BB-93C8-2D34194976C0}"/>
                </a:ext>
              </a:extLst>
            </p:cNvPr>
            <p:cNvSpPr/>
            <p:nvPr/>
          </p:nvSpPr>
          <p:spPr>
            <a:xfrm>
              <a:off x="7395732" y="4006127"/>
              <a:ext cx="1926590" cy="481648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1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1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1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1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图形 9" descr="头上的大脑 纯色填充">
              <a:extLst>
                <a:ext uri="{FF2B5EF4-FFF2-40B4-BE49-F238E27FC236}">
                  <a16:creationId xmlns:a16="http://schemas.microsoft.com/office/drawing/2014/main" id="{CAF9FAC3-E21F-5255-47A0-7F1EF5A1018B}"/>
                </a:ext>
              </a:extLst>
            </p:cNvPr>
            <p:cNvSpPr/>
            <p:nvPr/>
          </p:nvSpPr>
          <p:spPr>
            <a:xfrm>
              <a:off x="8900016" y="-4829672"/>
              <a:ext cx="4759989" cy="5597518"/>
            </a:xfrm>
            <a:custGeom>
              <a:avLst/>
              <a:gdLst>
                <a:gd name="csX0" fmla="*/ 1012204 w 1506127"/>
                <a:gd name="csY0" fmla="*/ 726165 h 1771133"/>
                <a:gd name="csX1" fmla="*/ 815166 w 1506127"/>
                <a:gd name="csY1" fmla="*/ 726165 h 1771133"/>
                <a:gd name="csX2" fmla="*/ 662406 w 1506127"/>
                <a:gd name="csY2" fmla="*/ 876711 h 1771133"/>
                <a:gd name="csX3" fmla="*/ 662406 w 1506127"/>
                <a:gd name="csY3" fmla="*/ 1040541 h 1771133"/>
                <a:gd name="csX4" fmla="*/ 562779 w 1506127"/>
                <a:gd name="csY4" fmla="*/ 1040541 h 1771133"/>
                <a:gd name="csX5" fmla="*/ 562779 w 1506127"/>
                <a:gd name="csY5" fmla="*/ 909920 h 1771133"/>
                <a:gd name="csX6" fmla="*/ 531785 w 1506127"/>
                <a:gd name="csY6" fmla="*/ 766015 h 1771133"/>
                <a:gd name="csX7" fmla="*/ 465367 w 1506127"/>
                <a:gd name="csY7" fmla="*/ 708453 h 1771133"/>
                <a:gd name="csX8" fmla="*/ 416661 w 1506127"/>
                <a:gd name="csY8" fmla="*/ 666389 h 1771133"/>
                <a:gd name="csX9" fmla="*/ 401163 w 1506127"/>
                <a:gd name="csY9" fmla="*/ 635394 h 1771133"/>
                <a:gd name="csX10" fmla="*/ 483078 w 1506127"/>
                <a:gd name="csY10" fmla="*/ 624325 h 1771133"/>
                <a:gd name="csX11" fmla="*/ 507431 w 1506127"/>
                <a:gd name="csY11" fmla="*/ 602185 h 1771133"/>
                <a:gd name="csX12" fmla="*/ 489720 w 1506127"/>
                <a:gd name="csY12" fmla="*/ 573404 h 1771133"/>
                <a:gd name="csX13" fmla="*/ 387880 w 1506127"/>
                <a:gd name="csY13" fmla="*/ 584474 h 1771133"/>
                <a:gd name="csX14" fmla="*/ 385666 w 1506127"/>
                <a:gd name="csY14" fmla="*/ 573404 h 1771133"/>
                <a:gd name="csX15" fmla="*/ 392308 w 1506127"/>
                <a:gd name="csY15" fmla="*/ 513629 h 1771133"/>
                <a:gd name="csX16" fmla="*/ 496362 w 1506127"/>
                <a:gd name="csY16" fmla="*/ 431714 h 1771133"/>
                <a:gd name="csX17" fmla="*/ 522929 w 1506127"/>
                <a:gd name="csY17" fmla="*/ 425072 h 1771133"/>
                <a:gd name="csX18" fmla="*/ 529571 w 1506127"/>
                <a:gd name="csY18" fmla="*/ 422858 h 1771133"/>
                <a:gd name="csX19" fmla="*/ 531785 w 1506127"/>
                <a:gd name="csY19" fmla="*/ 422858 h 1771133"/>
                <a:gd name="csX20" fmla="*/ 560565 w 1506127"/>
                <a:gd name="csY20" fmla="*/ 429500 h 1771133"/>
                <a:gd name="csX21" fmla="*/ 571635 w 1506127"/>
                <a:gd name="csY21" fmla="*/ 431714 h 1771133"/>
                <a:gd name="csX22" fmla="*/ 584919 w 1506127"/>
                <a:gd name="csY22" fmla="*/ 433928 h 1771133"/>
                <a:gd name="csX23" fmla="*/ 615913 w 1506127"/>
                <a:gd name="csY23" fmla="*/ 526912 h 1771133"/>
                <a:gd name="csX24" fmla="*/ 571635 w 1506127"/>
                <a:gd name="csY24" fmla="*/ 613255 h 1771133"/>
                <a:gd name="csX25" fmla="*/ 569421 w 1506127"/>
                <a:gd name="csY25" fmla="*/ 648678 h 1771133"/>
                <a:gd name="csX26" fmla="*/ 602630 w 1506127"/>
                <a:gd name="csY26" fmla="*/ 650892 h 1771133"/>
                <a:gd name="csX27" fmla="*/ 640267 w 1506127"/>
                <a:gd name="csY27" fmla="*/ 604399 h 1771133"/>
                <a:gd name="csX28" fmla="*/ 642480 w 1506127"/>
                <a:gd name="csY28" fmla="*/ 604399 h 1771133"/>
                <a:gd name="csX29" fmla="*/ 750962 w 1506127"/>
                <a:gd name="csY29" fmla="*/ 571191 h 1771133"/>
                <a:gd name="csX30" fmla="*/ 762032 w 1506127"/>
                <a:gd name="csY30" fmla="*/ 555693 h 1771133"/>
                <a:gd name="csX31" fmla="*/ 757604 w 1506127"/>
                <a:gd name="csY31" fmla="*/ 537982 h 1771133"/>
                <a:gd name="csX32" fmla="*/ 724395 w 1506127"/>
                <a:gd name="csY32" fmla="*/ 531340 h 1771133"/>
                <a:gd name="csX33" fmla="*/ 660192 w 1506127"/>
                <a:gd name="csY33" fmla="*/ 553479 h 1771133"/>
                <a:gd name="csX34" fmla="*/ 664620 w 1506127"/>
                <a:gd name="csY34" fmla="*/ 531340 h 1771133"/>
                <a:gd name="csX35" fmla="*/ 651336 w 1506127"/>
                <a:gd name="csY35" fmla="*/ 449425 h 1771133"/>
                <a:gd name="csX36" fmla="*/ 704470 w 1506127"/>
                <a:gd name="csY36" fmla="*/ 453853 h 1771133"/>
                <a:gd name="csX37" fmla="*/ 750962 w 1506127"/>
                <a:gd name="csY37" fmla="*/ 449425 h 1771133"/>
                <a:gd name="csX38" fmla="*/ 861658 w 1506127"/>
                <a:gd name="csY38" fmla="*/ 520270 h 1771133"/>
                <a:gd name="csX39" fmla="*/ 972354 w 1506127"/>
                <a:gd name="csY39" fmla="*/ 648678 h 1771133"/>
                <a:gd name="csX40" fmla="*/ 983424 w 1506127"/>
                <a:gd name="csY40" fmla="*/ 673031 h 1771133"/>
                <a:gd name="csX41" fmla="*/ 1009991 w 1506127"/>
                <a:gd name="csY41" fmla="*/ 673031 h 1771133"/>
                <a:gd name="csX42" fmla="*/ 1021060 w 1506127"/>
                <a:gd name="csY42" fmla="*/ 648678 h 1771133"/>
                <a:gd name="csX43" fmla="*/ 961284 w 1506127"/>
                <a:gd name="csY43" fmla="*/ 526912 h 1771133"/>
                <a:gd name="csX44" fmla="*/ 1038772 w 1506127"/>
                <a:gd name="csY44" fmla="*/ 487062 h 1771133"/>
                <a:gd name="csX45" fmla="*/ 1036558 w 1506127"/>
                <a:gd name="csY45" fmla="*/ 451639 h 1771133"/>
                <a:gd name="csX46" fmla="*/ 1001135 w 1506127"/>
                <a:gd name="csY46" fmla="*/ 453853 h 1771133"/>
                <a:gd name="csX47" fmla="*/ 919220 w 1506127"/>
                <a:gd name="csY47" fmla="*/ 475992 h 1771133"/>
                <a:gd name="csX48" fmla="*/ 804096 w 1506127"/>
                <a:gd name="csY48" fmla="*/ 433928 h 1771133"/>
                <a:gd name="csX49" fmla="*/ 890439 w 1506127"/>
                <a:gd name="csY49" fmla="*/ 358655 h 1771133"/>
                <a:gd name="csX50" fmla="*/ 881583 w 1506127"/>
                <a:gd name="csY50" fmla="*/ 323232 h 1771133"/>
                <a:gd name="csX51" fmla="*/ 848375 w 1506127"/>
                <a:gd name="csY51" fmla="*/ 332088 h 1771133"/>
                <a:gd name="csX52" fmla="*/ 604844 w 1506127"/>
                <a:gd name="csY52" fmla="*/ 389649 h 1771133"/>
                <a:gd name="csX53" fmla="*/ 642480 w 1506127"/>
                <a:gd name="csY53" fmla="*/ 290023 h 1771133"/>
                <a:gd name="csX54" fmla="*/ 629197 w 1506127"/>
                <a:gd name="csY54" fmla="*/ 267884 h 1771133"/>
                <a:gd name="csX55" fmla="*/ 602630 w 1506127"/>
                <a:gd name="csY55" fmla="*/ 270098 h 1771133"/>
                <a:gd name="csX56" fmla="*/ 591560 w 1506127"/>
                <a:gd name="csY56" fmla="*/ 294451 h 1771133"/>
                <a:gd name="csX57" fmla="*/ 511859 w 1506127"/>
                <a:gd name="csY57" fmla="*/ 378580 h 1771133"/>
                <a:gd name="csX58" fmla="*/ 489720 w 1506127"/>
                <a:gd name="csY58" fmla="*/ 385222 h 1771133"/>
                <a:gd name="csX59" fmla="*/ 414447 w 1506127"/>
                <a:gd name="csY59" fmla="*/ 321018 h 1771133"/>
                <a:gd name="csX60" fmla="*/ 390094 w 1506127"/>
                <a:gd name="csY60" fmla="*/ 327660 h 1771133"/>
                <a:gd name="csX61" fmla="*/ 383452 w 1506127"/>
                <a:gd name="csY61" fmla="*/ 354227 h 1771133"/>
                <a:gd name="csX62" fmla="*/ 403377 w 1506127"/>
                <a:gd name="csY62" fmla="*/ 371938 h 1771133"/>
                <a:gd name="csX63" fmla="*/ 443228 w 1506127"/>
                <a:gd name="csY63" fmla="*/ 405147 h 1771133"/>
                <a:gd name="csX64" fmla="*/ 443228 w 1506127"/>
                <a:gd name="csY64" fmla="*/ 407361 h 1771133"/>
                <a:gd name="csX65" fmla="*/ 352457 w 1506127"/>
                <a:gd name="csY65" fmla="*/ 500345 h 1771133"/>
                <a:gd name="csX66" fmla="*/ 345816 w 1506127"/>
                <a:gd name="csY66" fmla="*/ 531340 h 1771133"/>
                <a:gd name="csX67" fmla="*/ 334746 w 1506127"/>
                <a:gd name="csY67" fmla="*/ 515843 h 1771133"/>
                <a:gd name="csX68" fmla="*/ 317035 w 1506127"/>
                <a:gd name="csY68" fmla="*/ 456067 h 1771133"/>
                <a:gd name="csX69" fmla="*/ 301537 w 1506127"/>
                <a:gd name="csY69" fmla="*/ 436142 h 1771133"/>
                <a:gd name="csX70" fmla="*/ 277184 w 1506127"/>
                <a:gd name="csY70" fmla="*/ 440569 h 1771133"/>
                <a:gd name="csX71" fmla="*/ 270542 w 1506127"/>
                <a:gd name="csY71" fmla="*/ 464923 h 1771133"/>
                <a:gd name="csX72" fmla="*/ 294895 w 1506127"/>
                <a:gd name="csY72" fmla="*/ 537982 h 1771133"/>
                <a:gd name="csX73" fmla="*/ 350243 w 1506127"/>
                <a:gd name="csY73" fmla="*/ 588902 h 1771133"/>
                <a:gd name="csX74" fmla="*/ 379024 w 1506127"/>
                <a:gd name="csY74" fmla="*/ 679672 h 1771133"/>
                <a:gd name="csX75" fmla="*/ 321462 w 1506127"/>
                <a:gd name="csY75" fmla="*/ 728379 h 1771133"/>
                <a:gd name="csX76" fmla="*/ 308179 w 1506127"/>
                <a:gd name="csY76" fmla="*/ 750518 h 1771133"/>
                <a:gd name="csX77" fmla="*/ 321462 w 1506127"/>
                <a:gd name="csY77" fmla="*/ 772657 h 1771133"/>
                <a:gd name="csX78" fmla="*/ 345816 w 1506127"/>
                <a:gd name="csY78" fmla="*/ 770443 h 1771133"/>
                <a:gd name="csX79" fmla="*/ 405591 w 1506127"/>
                <a:gd name="csY79" fmla="*/ 719523 h 1771133"/>
                <a:gd name="csX80" fmla="*/ 445442 w 1506127"/>
                <a:gd name="csY80" fmla="*/ 748304 h 1771133"/>
                <a:gd name="csX81" fmla="*/ 503004 w 1506127"/>
                <a:gd name="csY81" fmla="*/ 797010 h 1771133"/>
                <a:gd name="csX82" fmla="*/ 522929 w 1506127"/>
                <a:gd name="csY82" fmla="*/ 907706 h 1771133"/>
                <a:gd name="csX83" fmla="*/ 522929 w 1506127"/>
                <a:gd name="csY83" fmla="*/ 1040541 h 1771133"/>
                <a:gd name="csX84" fmla="*/ 421089 w 1506127"/>
                <a:gd name="csY84" fmla="*/ 1040541 h 1771133"/>
                <a:gd name="csX85" fmla="*/ 332532 w 1506127"/>
                <a:gd name="csY85" fmla="*/ 863428 h 1771133"/>
                <a:gd name="csX86" fmla="*/ 193055 w 1506127"/>
                <a:gd name="csY86" fmla="*/ 715095 h 1771133"/>
                <a:gd name="csX87" fmla="*/ 190841 w 1506127"/>
                <a:gd name="csY87" fmla="*/ 699598 h 1771133"/>
                <a:gd name="csX88" fmla="*/ 197483 w 1506127"/>
                <a:gd name="csY88" fmla="*/ 522484 h 1771133"/>
                <a:gd name="csX89" fmla="*/ 190841 w 1506127"/>
                <a:gd name="csY89" fmla="*/ 475992 h 1771133"/>
                <a:gd name="csX90" fmla="*/ 312607 w 1506127"/>
                <a:gd name="csY90" fmla="*/ 329874 h 1771133"/>
                <a:gd name="csX91" fmla="*/ 456511 w 1506127"/>
                <a:gd name="csY91" fmla="*/ 228033 h 1771133"/>
                <a:gd name="csX92" fmla="*/ 491934 w 1506127"/>
                <a:gd name="csY92" fmla="*/ 232461 h 1771133"/>
                <a:gd name="csX93" fmla="*/ 598202 w 1506127"/>
                <a:gd name="csY93" fmla="*/ 179327 h 1771133"/>
                <a:gd name="csX94" fmla="*/ 711112 w 1506127"/>
                <a:gd name="csY94" fmla="*/ 219178 h 1771133"/>
                <a:gd name="csX95" fmla="*/ 843947 w 1506127"/>
                <a:gd name="csY95" fmla="*/ 199253 h 1771133"/>
                <a:gd name="csX96" fmla="*/ 941359 w 1506127"/>
                <a:gd name="csY96" fmla="*/ 292237 h 1771133"/>
                <a:gd name="csX97" fmla="*/ 950215 w 1506127"/>
                <a:gd name="csY97" fmla="*/ 292237 h 1771133"/>
                <a:gd name="csX98" fmla="*/ 1102975 w 1506127"/>
                <a:gd name="csY98" fmla="*/ 442783 h 1771133"/>
                <a:gd name="csX99" fmla="*/ 1102975 w 1506127"/>
                <a:gd name="csY99" fmla="*/ 449425 h 1771133"/>
                <a:gd name="csX100" fmla="*/ 1178248 w 1506127"/>
                <a:gd name="csY100" fmla="*/ 591116 h 1771133"/>
                <a:gd name="csX101" fmla="*/ 1012204 w 1506127"/>
                <a:gd name="csY101" fmla="*/ 726165 h 1771133"/>
                <a:gd name="csX102" fmla="*/ 1483769 w 1506127"/>
                <a:gd name="csY102" fmla="*/ 958626 h 1771133"/>
                <a:gd name="csX103" fmla="*/ 1331008 w 1506127"/>
                <a:gd name="csY103" fmla="*/ 695170 h 1771133"/>
                <a:gd name="csX104" fmla="*/ 1331008 w 1506127"/>
                <a:gd name="csY104" fmla="*/ 686314 h 1771133"/>
                <a:gd name="csX105" fmla="*/ 1005563 w 1506127"/>
                <a:gd name="csY105" fmla="*/ 92985 h 1771133"/>
                <a:gd name="csX106" fmla="*/ 325890 w 1506127"/>
                <a:gd name="csY106" fmla="*/ 92985 h 1771133"/>
                <a:gd name="csX107" fmla="*/ 445 w 1506127"/>
                <a:gd name="csY107" fmla="*/ 686314 h 1771133"/>
                <a:gd name="csX108" fmla="*/ 261687 w 1506127"/>
                <a:gd name="csY108" fmla="*/ 1217654 h 1771133"/>
                <a:gd name="csX109" fmla="*/ 261687 w 1506127"/>
                <a:gd name="csY109" fmla="*/ 1771133 h 1771133"/>
                <a:gd name="csX110" fmla="*/ 961284 w 1506127"/>
                <a:gd name="csY110" fmla="*/ 1771133 h 1771133"/>
                <a:gd name="csX111" fmla="*/ 961284 w 1506127"/>
                <a:gd name="csY111" fmla="*/ 1507677 h 1771133"/>
                <a:gd name="csX112" fmla="*/ 1069766 w 1506127"/>
                <a:gd name="csY112" fmla="*/ 1507677 h 1771133"/>
                <a:gd name="csX113" fmla="*/ 1255735 w 1506127"/>
                <a:gd name="csY113" fmla="*/ 1430190 h 1771133"/>
                <a:gd name="csX114" fmla="*/ 1331008 w 1506127"/>
                <a:gd name="csY114" fmla="*/ 1244221 h 1771133"/>
                <a:gd name="csX115" fmla="*/ 1331008 w 1506127"/>
                <a:gd name="csY115" fmla="*/ 1111386 h 1771133"/>
                <a:gd name="csX116" fmla="*/ 1428421 w 1506127"/>
                <a:gd name="csY116" fmla="*/ 1111386 h 1771133"/>
                <a:gd name="csX117" fmla="*/ 1483769 w 1506127"/>
                <a:gd name="csY117" fmla="*/ 958626 h 17711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</a:cxnLst>
              <a:rect l="l" t="t" r="r" b="b"/>
              <a:pathLst>
                <a:path w="1506127" h="1771133">
                  <a:moveTo>
                    <a:pt x="1012204" y="726165"/>
                  </a:moveTo>
                  <a:lnTo>
                    <a:pt x="815166" y="726165"/>
                  </a:lnTo>
                  <a:cubicBezTo>
                    <a:pt x="731037" y="726165"/>
                    <a:pt x="662406" y="792582"/>
                    <a:pt x="662406" y="876711"/>
                  </a:cubicBezTo>
                  <a:lnTo>
                    <a:pt x="662406" y="1040541"/>
                  </a:lnTo>
                  <a:lnTo>
                    <a:pt x="562779" y="1040541"/>
                  </a:lnTo>
                  <a:lnTo>
                    <a:pt x="562779" y="909920"/>
                  </a:lnTo>
                  <a:cubicBezTo>
                    <a:pt x="562779" y="863428"/>
                    <a:pt x="564993" y="803652"/>
                    <a:pt x="531785" y="766015"/>
                  </a:cubicBezTo>
                  <a:cubicBezTo>
                    <a:pt x="511859" y="743876"/>
                    <a:pt x="489720" y="726165"/>
                    <a:pt x="465367" y="708453"/>
                  </a:cubicBezTo>
                  <a:cubicBezTo>
                    <a:pt x="447656" y="697384"/>
                    <a:pt x="429944" y="684100"/>
                    <a:pt x="416661" y="666389"/>
                  </a:cubicBezTo>
                  <a:cubicBezTo>
                    <a:pt x="410019" y="657533"/>
                    <a:pt x="405591" y="646464"/>
                    <a:pt x="401163" y="635394"/>
                  </a:cubicBezTo>
                  <a:cubicBezTo>
                    <a:pt x="427730" y="624325"/>
                    <a:pt x="456511" y="622111"/>
                    <a:pt x="483078" y="624325"/>
                  </a:cubicBezTo>
                  <a:cubicBezTo>
                    <a:pt x="496362" y="624325"/>
                    <a:pt x="507431" y="615469"/>
                    <a:pt x="507431" y="602185"/>
                  </a:cubicBezTo>
                  <a:cubicBezTo>
                    <a:pt x="509645" y="588902"/>
                    <a:pt x="500790" y="577832"/>
                    <a:pt x="489720" y="573404"/>
                  </a:cubicBezTo>
                  <a:cubicBezTo>
                    <a:pt x="456511" y="568977"/>
                    <a:pt x="421089" y="573404"/>
                    <a:pt x="387880" y="584474"/>
                  </a:cubicBezTo>
                  <a:cubicBezTo>
                    <a:pt x="387880" y="580046"/>
                    <a:pt x="387880" y="575618"/>
                    <a:pt x="385666" y="573404"/>
                  </a:cubicBezTo>
                  <a:cubicBezTo>
                    <a:pt x="383452" y="553479"/>
                    <a:pt x="387880" y="533554"/>
                    <a:pt x="392308" y="513629"/>
                  </a:cubicBezTo>
                  <a:cubicBezTo>
                    <a:pt x="410019" y="467136"/>
                    <a:pt x="454297" y="447211"/>
                    <a:pt x="496362" y="431714"/>
                  </a:cubicBezTo>
                  <a:cubicBezTo>
                    <a:pt x="503004" y="429500"/>
                    <a:pt x="511859" y="427286"/>
                    <a:pt x="522929" y="425072"/>
                  </a:cubicBezTo>
                  <a:lnTo>
                    <a:pt x="529571" y="422858"/>
                  </a:lnTo>
                  <a:lnTo>
                    <a:pt x="531785" y="422858"/>
                  </a:lnTo>
                  <a:cubicBezTo>
                    <a:pt x="542854" y="425072"/>
                    <a:pt x="551710" y="427286"/>
                    <a:pt x="560565" y="429500"/>
                  </a:cubicBezTo>
                  <a:lnTo>
                    <a:pt x="571635" y="431714"/>
                  </a:lnTo>
                  <a:lnTo>
                    <a:pt x="584919" y="433928"/>
                  </a:lnTo>
                  <a:cubicBezTo>
                    <a:pt x="607058" y="460495"/>
                    <a:pt x="618127" y="493703"/>
                    <a:pt x="615913" y="526912"/>
                  </a:cubicBezTo>
                  <a:cubicBezTo>
                    <a:pt x="613699" y="560121"/>
                    <a:pt x="598202" y="591116"/>
                    <a:pt x="571635" y="613255"/>
                  </a:cubicBezTo>
                  <a:cubicBezTo>
                    <a:pt x="562779" y="622111"/>
                    <a:pt x="560565" y="637608"/>
                    <a:pt x="569421" y="648678"/>
                  </a:cubicBezTo>
                  <a:cubicBezTo>
                    <a:pt x="578277" y="657533"/>
                    <a:pt x="591560" y="659747"/>
                    <a:pt x="602630" y="650892"/>
                  </a:cubicBezTo>
                  <a:cubicBezTo>
                    <a:pt x="618127" y="637608"/>
                    <a:pt x="631411" y="622111"/>
                    <a:pt x="640267" y="604399"/>
                  </a:cubicBezTo>
                  <a:lnTo>
                    <a:pt x="642480" y="604399"/>
                  </a:lnTo>
                  <a:cubicBezTo>
                    <a:pt x="680117" y="599971"/>
                    <a:pt x="717754" y="588902"/>
                    <a:pt x="750962" y="571191"/>
                  </a:cubicBezTo>
                  <a:cubicBezTo>
                    <a:pt x="755390" y="566763"/>
                    <a:pt x="759818" y="562335"/>
                    <a:pt x="762032" y="555693"/>
                  </a:cubicBezTo>
                  <a:cubicBezTo>
                    <a:pt x="764246" y="549051"/>
                    <a:pt x="762032" y="542410"/>
                    <a:pt x="757604" y="537982"/>
                  </a:cubicBezTo>
                  <a:cubicBezTo>
                    <a:pt x="748748" y="526912"/>
                    <a:pt x="735465" y="524698"/>
                    <a:pt x="724395" y="531340"/>
                  </a:cubicBezTo>
                  <a:cubicBezTo>
                    <a:pt x="704470" y="542410"/>
                    <a:pt x="684545" y="551265"/>
                    <a:pt x="660192" y="553479"/>
                  </a:cubicBezTo>
                  <a:cubicBezTo>
                    <a:pt x="662406" y="546837"/>
                    <a:pt x="664620" y="537982"/>
                    <a:pt x="664620" y="531340"/>
                  </a:cubicBezTo>
                  <a:cubicBezTo>
                    <a:pt x="666833" y="502559"/>
                    <a:pt x="662406" y="473778"/>
                    <a:pt x="651336" y="449425"/>
                  </a:cubicBezTo>
                  <a:cubicBezTo>
                    <a:pt x="669047" y="451639"/>
                    <a:pt x="686759" y="453853"/>
                    <a:pt x="704470" y="453853"/>
                  </a:cubicBezTo>
                  <a:cubicBezTo>
                    <a:pt x="719967" y="453853"/>
                    <a:pt x="735465" y="451639"/>
                    <a:pt x="750962" y="449425"/>
                  </a:cubicBezTo>
                  <a:cubicBezTo>
                    <a:pt x="779743" y="484848"/>
                    <a:pt x="817380" y="509201"/>
                    <a:pt x="861658" y="520270"/>
                  </a:cubicBezTo>
                  <a:cubicBezTo>
                    <a:pt x="919220" y="549051"/>
                    <a:pt x="972354" y="586688"/>
                    <a:pt x="972354" y="648678"/>
                  </a:cubicBezTo>
                  <a:cubicBezTo>
                    <a:pt x="972354" y="657533"/>
                    <a:pt x="976782" y="668603"/>
                    <a:pt x="983424" y="673031"/>
                  </a:cubicBezTo>
                  <a:cubicBezTo>
                    <a:pt x="992279" y="677459"/>
                    <a:pt x="1001135" y="677459"/>
                    <a:pt x="1009991" y="673031"/>
                  </a:cubicBezTo>
                  <a:cubicBezTo>
                    <a:pt x="1018846" y="668603"/>
                    <a:pt x="1023274" y="657533"/>
                    <a:pt x="1021060" y="648678"/>
                  </a:cubicBezTo>
                  <a:cubicBezTo>
                    <a:pt x="1021060" y="599971"/>
                    <a:pt x="998921" y="555693"/>
                    <a:pt x="961284" y="526912"/>
                  </a:cubicBezTo>
                  <a:cubicBezTo>
                    <a:pt x="992279" y="524698"/>
                    <a:pt x="1018846" y="509201"/>
                    <a:pt x="1038772" y="487062"/>
                  </a:cubicBezTo>
                  <a:cubicBezTo>
                    <a:pt x="1047627" y="475992"/>
                    <a:pt x="1045413" y="460495"/>
                    <a:pt x="1036558" y="451639"/>
                  </a:cubicBezTo>
                  <a:cubicBezTo>
                    <a:pt x="1025488" y="442783"/>
                    <a:pt x="1009991" y="444997"/>
                    <a:pt x="1001135" y="453853"/>
                  </a:cubicBezTo>
                  <a:cubicBezTo>
                    <a:pt x="990065" y="467136"/>
                    <a:pt x="961284" y="478206"/>
                    <a:pt x="919220" y="475992"/>
                  </a:cubicBezTo>
                  <a:cubicBezTo>
                    <a:pt x="877156" y="475992"/>
                    <a:pt x="835091" y="460495"/>
                    <a:pt x="804096" y="433928"/>
                  </a:cubicBezTo>
                  <a:cubicBezTo>
                    <a:pt x="839519" y="418430"/>
                    <a:pt x="870514" y="391863"/>
                    <a:pt x="890439" y="358655"/>
                  </a:cubicBezTo>
                  <a:cubicBezTo>
                    <a:pt x="897081" y="347585"/>
                    <a:pt x="892653" y="332088"/>
                    <a:pt x="881583" y="323232"/>
                  </a:cubicBezTo>
                  <a:cubicBezTo>
                    <a:pt x="870514" y="316590"/>
                    <a:pt x="855016" y="321018"/>
                    <a:pt x="848375" y="332088"/>
                  </a:cubicBezTo>
                  <a:cubicBezTo>
                    <a:pt x="810738" y="400719"/>
                    <a:pt x="731037" y="420644"/>
                    <a:pt x="604844" y="389649"/>
                  </a:cubicBezTo>
                  <a:cubicBezTo>
                    <a:pt x="633625" y="365296"/>
                    <a:pt x="646908" y="327660"/>
                    <a:pt x="642480" y="290023"/>
                  </a:cubicBezTo>
                  <a:cubicBezTo>
                    <a:pt x="642480" y="281167"/>
                    <a:pt x="638053" y="272312"/>
                    <a:pt x="629197" y="267884"/>
                  </a:cubicBezTo>
                  <a:cubicBezTo>
                    <a:pt x="620341" y="263456"/>
                    <a:pt x="611486" y="263456"/>
                    <a:pt x="602630" y="270098"/>
                  </a:cubicBezTo>
                  <a:cubicBezTo>
                    <a:pt x="593774" y="274526"/>
                    <a:pt x="591560" y="285595"/>
                    <a:pt x="591560" y="294451"/>
                  </a:cubicBezTo>
                  <a:cubicBezTo>
                    <a:pt x="593774" y="352013"/>
                    <a:pt x="562779" y="363082"/>
                    <a:pt x="511859" y="378580"/>
                  </a:cubicBezTo>
                  <a:cubicBezTo>
                    <a:pt x="505218" y="380794"/>
                    <a:pt x="496362" y="383008"/>
                    <a:pt x="489720" y="385222"/>
                  </a:cubicBezTo>
                  <a:cubicBezTo>
                    <a:pt x="476437" y="354227"/>
                    <a:pt x="447656" y="329874"/>
                    <a:pt x="414447" y="321018"/>
                  </a:cubicBezTo>
                  <a:cubicBezTo>
                    <a:pt x="405591" y="318804"/>
                    <a:pt x="396736" y="321018"/>
                    <a:pt x="390094" y="327660"/>
                  </a:cubicBezTo>
                  <a:cubicBezTo>
                    <a:pt x="383452" y="334301"/>
                    <a:pt x="381238" y="343157"/>
                    <a:pt x="383452" y="354227"/>
                  </a:cubicBezTo>
                  <a:cubicBezTo>
                    <a:pt x="385666" y="363082"/>
                    <a:pt x="392308" y="369724"/>
                    <a:pt x="403377" y="371938"/>
                  </a:cubicBezTo>
                  <a:cubicBezTo>
                    <a:pt x="421089" y="376366"/>
                    <a:pt x="434372" y="389649"/>
                    <a:pt x="443228" y="405147"/>
                  </a:cubicBezTo>
                  <a:lnTo>
                    <a:pt x="443228" y="407361"/>
                  </a:lnTo>
                  <a:cubicBezTo>
                    <a:pt x="401163" y="425072"/>
                    <a:pt x="367955" y="458281"/>
                    <a:pt x="352457" y="500345"/>
                  </a:cubicBezTo>
                  <a:cubicBezTo>
                    <a:pt x="348029" y="509201"/>
                    <a:pt x="345816" y="520270"/>
                    <a:pt x="345816" y="531340"/>
                  </a:cubicBezTo>
                  <a:cubicBezTo>
                    <a:pt x="341388" y="526912"/>
                    <a:pt x="336960" y="522484"/>
                    <a:pt x="334746" y="515843"/>
                  </a:cubicBezTo>
                  <a:cubicBezTo>
                    <a:pt x="325890" y="498131"/>
                    <a:pt x="319249" y="475992"/>
                    <a:pt x="317035" y="456067"/>
                  </a:cubicBezTo>
                  <a:cubicBezTo>
                    <a:pt x="314821" y="447211"/>
                    <a:pt x="308179" y="438356"/>
                    <a:pt x="301537" y="436142"/>
                  </a:cubicBezTo>
                  <a:cubicBezTo>
                    <a:pt x="292682" y="431714"/>
                    <a:pt x="283826" y="433928"/>
                    <a:pt x="277184" y="440569"/>
                  </a:cubicBezTo>
                  <a:cubicBezTo>
                    <a:pt x="270542" y="447211"/>
                    <a:pt x="266115" y="456067"/>
                    <a:pt x="270542" y="464923"/>
                  </a:cubicBezTo>
                  <a:cubicBezTo>
                    <a:pt x="274970" y="491490"/>
                    <a:pt x="281612" y="515843"/>
                    <a:pt x="294895" y="537982"/>
                  </a:cubicBezTo>
                  <a:cubicBezTo>
                    <a:pt x="308179" y="560121"/>
                    <a:pt x="325890" y="577832"/>
                    <a:pt x="350243" y="588902"/>
                  </a:cubicBezTo>
                  <a:cubicBezTo>
                    <a:pt x="352457" y="619897"/>
                    <a:pt x="363527" y="650892"/>
                    <a:pt x="379024" y="679672"/>
                  </a:cubicBezTo>
                  <a:cubicBezTo>
                    <a:pt x="363527" y="699598"/>
                    <a:pt x="343602" y="715095"/>
                    <a:pt x="321462" y="728379"/>
                  </a:cubicBezTo>
                  <a:cubicBezTo>
                    <a:pt x="314821" y="732806"/>
                    <a:pt x="310393" y="741662"/>
                    <a:pt x="308179" y="750518"/>
                  </a:cubicBezTo>
                  <a:cubicBezTo>
                    <a:pt x="308179" y="759373"/>
                    <a:pt x="312607" y="768229"/>
                    <a:pt x="321462" y="772657"/>
                  </a:cubicBezTo>
                  <a:cubicBezTo>
                    <a:pt x="330318" y="777085"/>
                    <a:pt x="339174" y="777085"/>
                    <a:pt x="345816" y="770443"/>
                  </a:cubicBezTo>
                  <a:cubicBezTo>
                    <a:pt x="367955" y="754946"/>
                    <a:pt x="387880" y="739448"/>
                    <a:pt x="405591" y="719523"/>
                  </a:cubicBezTo>
                  <a:cubicBezTo>
                    <a:pt x="418875" y="730593"/>
                    <a:pt x="432158" y="739448"/>
                    <a:pt x="445442" y="748304"/>
                  </a:cubicBezTo>
                  <a:cubicBezTo>
                    <a:pt x="467581" y="761587"/>
                    <a:pt x="485292" y="777085"/>
                    <a:pt x="503004" y="797010"/>
                  </a:cubicBezTo>
                  <a:cubicBezTo>
                    <a:pt x="522929" y="821363"/>
                    <a:pt x="522929" y="867855"/>
                    <a:pt x="522929" y="907706"/>
                  </a:cubicBezTo>
                  <a:lnTo>
                    <a:pt x="522929" y="1040541"/>
                  </a:lnTo>
                  <a:lnTo>
                    <a:pt x="421089" y="1040541"/>
                  </a:lnTo>
                  <a:cubicBezTo>
                    <a:pt x="421089" y="876711"/>
                    <a:pt x="341388" y="867855"/>
                    <a:pt x="332532" y="863428"/>
                  </a:cubicBezTo>
                  <a:cubicBezTo>
                    <a:pt x="299323" y="854572"/>
                    <a:pt x="212981" y="808080"/>
                    <a:pt x="193055" y="715095"/>
                  </a:cubicBezTo>
                  <a:cubicBezTo>
                    <a:pt x="190841" y="710667"/>
                    <a:pt x="190841" y="704026"/>
                    <a:pt x="190841" y="699598"/>
                  </a:cubicBezTo>
                  <a:cubicBezTo>
                    <a:pt x="153205" y="646464"/>
                    <a:pt x="155419" y="573404"/>
                    <a:pt x="197483" y="522484"/>
                  </a:cubicBezTo>
                  <a:cubicBezTo>
                    <a:pt x="193055" y="506987"/>
                    <a:pt x="190841" y="491490"/>
                    <a:pt x="190841" y="475992"/>
                  </a:cubicBezTo>
                  <a:cubicBezTo>
                    <a:pt x="190841" y="405147"/>
                    <a:pt x="241761" y="343157"/>
                    <a:pt x="312607" y="329874"/>
                  </a:cubicBezTo>
                  <a:cubicBezTo>
                    <a:pt x="334746" y="267884"/>
                    <a:pt x="392308" y="225820"/>
                    <a:pt x="456511" y="228033"/>
                  </a:cubicBezTo>
                  <a:cubicBezTo>
                    <a:pt x="467581" y="228033"/>
                    <a:pt x="480864" y="230247"/>
                    <a:pt x="491934" y="232461"/>
                  </a:cubicBezTo>
                  <a:cubicBezTo>
                    <a:pt x="518501" y="201466"/>
                    <a:pt x="556138" y="183755"/>
                    <a:pt x="598202" y="179327"/>
                  </a:cubicBezTo>
                  <a:cubicBezTo>
                    <a:pt x="640267" y="177113"/>
                    <a:pt x="680117" y="190397"/>
                    <a:pt x="711112" y="219178"/>
                  </a:cubicBezTo>
                  <a:cubicBezTo>
                    <a:pt x="750962" y="192611"/>
                    <a:pt x="799668" y="185969"/>
                    <a:pt x="843947" y="199253"/>
                  </a:cubicBezTo>
                  <a:cubicBezTo>
                    <a:pt x="890439" y="212536"/>
                    <a:pt x="925862" y="247959"/>
                    <a:pt x="941359" y="292237"/>
                  </a:cubicBezTo>
                  <a:lnTo>
                    <a:pt x="950215" y="292237"/>
                  </a:lnTo>
                  <a:cubicBezTo>
                    <a:pt x="1034344" y="292237"/>
                    <a:pt x="1100761" y="358655"/>
                    <a:pt x="1102975" y="442783"/>
                  </a:cubicBezTo>
                  <a:lnTo>
                    <a:pt x="1102975" y="449425"/>
                  </a:lnTo>
                  <a:cubicBezTo>
                    <a:pt x="1153895" y="478206"/>
                    <a:pt x="1182676" y="533554"/>
                    <a:pt x="1178248" y="591116"/>
                  </a:cubicBezTo>
                  <a:cubicBezTo>
                    <a:pt x="1160537" y="668603"/>
                    <a:pt x="1091905" y="728379"/>
                    <a:pt x="1012204" y="726165"/>
                  </a:cubicBezTo>
                  <a:close/>
                  <a:moveTo>
                    <a:pt x="1483769" y="958626"/>
                  </a:moveTo>
                  <a:lnTo>
                    <a:pt x="1331008" y="695170"/>
                  </a:lnTo>
                  <a:lnTo>
                    <a:pt x="1331008" y="686314"/>
                  </a:lnTo>
                  <a:cubicBezTo>
                    <a:pt x="1339864" y="442783"/>
                    <a:pt x="1215885" y="214750"/>
                    <a:pt x="1005563" y="92985"/>
                  </a:cubicBezTo>
                  <a:cubicBezTo>
                    <a:pt x="795241" y="-30995"/>
                    <a:pt x="536212" y="-30995"/>
                    <a:pt x="325890" y="92985"/>
                  </a:cubicBezTo>
                  <a:cubicBezTo>
                    <a:pt x="115568" y="214750"/>
                    <a:pt x="-8411" y="442783"/>
                    <a:pt x="445" y="686314"/>
                  </a:cubicBezTo>
                  <a:cubicBezTo>
                    <a:pt x="445" y="894422"/>
                    <a:pt x="95643" y="1091461"/>
                    <a:pt x="261687" y="1217654"/>
                  </a:cubicBezTo>
                  <a:lnTo>
                    <a:pt x="261687" y="1771133"/>
                  </a:lnTo>
                  <a:lnTo>
                    <a:pt x="961284" y="1771133"/>
                  </a:lnTo>
                  <a:lnTo>
                    <a:pt x="961284" y="1507677"/>
                  </a:lnTo>
                  <a:lnTo>
                    <a:pt x="1069766" y="1507677"/>
                  </a:lnTo>
                  <a:cubicBezTo>
                    <a:pt x="1140612" y="1507677"/>
                    <a:pt x="1207029" y="1481110"/>
                    <a:pt x="1255735" y="1430190"/>
                  </a:cubicBezTo>
                  <a:cubicBezTo>
                    <a:pt x="1304442" y="1381484"/>
                    <a:pt x="1331008" y="1312853"/>
                    <a:pt x="1331008" y="1244221"/>
                  </a:cubicBezTo>
                  <a:lnTo>
                    <a:pt x="1331008" y="1111386"/>
                  </a:lnTo>
                  <a:lnTo>
                    <a:pt x="1428421" y="1111386"/>
                  </a:lnTo>
                  <a:cubicBezTo>
                    <a:pt x="1485983" y="1106958"/>
                    <a:pt x="1536903" y="1040541"/>
                    <a:pt x="1483769" y="958626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22126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99627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EDD7F67-795C-81A0-0103-1C3A24834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109" y="10074816"/>
            <a:ext cx="1407720" cy="14077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09DECB-3CEF-A94C-1F2F-C0C559E9CEDC}"/>
              </a:ext>
            </a:extLst>
          </p:cNvPr>
          <p:cNvSpPr txBox="1"/>
          <p:nvPr/>
        </p:nvSpPr>
        <p:spPr>
          <a:xfrm>
            <a:off x="7755396" y="11562272"/>
            <a:ext cx="4113145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25" b="1" dirty="0" err="1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CountDownTodo</a:t>
            </a:r>
            <a:endParaRPr lang="en-US" altLang="zh-CN" sz="2025" b="1" dirty="0">
              <a:gradFill>
                <a:gsLst>
                  <a:gs pos="0">
                    <a:srgbClr val="4076E8"/>
                  </a:gs>
                  <a:gs pos="100000">
                    <a:srgbClr val="40D3E2"/>
                  </a:gs>
                </a:gsLst>
                <a:lin ang="13200000" scaled="0"/>
              </a:gradFill>
              <a:latin typeface="MiSans" pitchFamily="2" charset="-122"/>
              <a:ea typeface="MiSans" pitchFamily="2" charset="-122"/>
              <a:cs typeface="MiSans" pitchFamily="2" charset="-122"/>
            </a:endParaRPr>
          </a:p>
          <a:p>
            <a:pPr algn="ctr"/>
            <a:r>
              <a:rPr lang="zh-CN" altLang="en-US" sz="2025" b="1" dirty="0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你的个人效率提升助手</a:t>
            </a:r>
          </a:p>
        </p:txBody>
      </p:sp>
    </p:spTree>
    <p:extLst>
      <p:ext uri="{BB962C8B-B14F-4D97-AF65-F5344CB8AC3E}">
        <p14:creationId xmlns:p14="http://schemas.microsoft.com/office/powerpoint/2010/main" val="429488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CBFEC-4FFF-BB75-1D02-E4D9A1A7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4F414E-ED7D-4EB3-7E5A-98BD8E6E9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991" y="15083057"/>
            <a:ext cx="2464395" cy="24643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B6CA03-CA98-0E9C-9093-52BC670C22DF}"/>
              </a:ext>
            </a:extLst>
          </p:cNvPr>
          <p:cNvSpPr txBox="1"/>
          <p:nvPr/>
        </p:nvSpPr>
        <p:spPr>
          <a:xfrm>
            <a:off x="1794773" y="17816370"/>
            <a:ext cx="9015541" cy="142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556" b="1" dirty="0" err="1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CountDownTodo</a:t>
            </a:r>
            <a:endParaRPr lang="en-US" altLang="zh-CN" sz="3556" b="1" dirty="0">
              <a:gradFill>
                <a:gsLst>
                  <a:gs pos="0">
                    <a:srgbClr val="4076E8"/>
                  </a:gs>
                  <a:gs pos="100000">
                    <a:srgbClr val="40D3E2"/>
                  </a:gs>
                </a:gsLst>
                <a:lin ang="13200000" scaled="0"/>
              </a:gradFill>
              <a:latin typeface="MiSans" pitchFamily="2" charset="-122"/>
              <a:ea typeface="MiSans" pitchFamily="2" charset="-122"/>
              <a:cs typeface="MiSans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89" b="1" dirty="0">
                <a:gradFill>
                  <a:gsLst>
                    <a:gs pos="0">
                      <a:srgbClr val="4076E8"/>
                    </a:gs>
                    <a:gs pos="100000">
                      <a:srgbClr val="40D3E2"/>
                    </a:gs>
                  </a:gsLst>
                  <a:lin ang="13200000" scaled="0"/>
                </a:gradFill>
                <a:latin typeface="MiSans" pitchFamily="2" charset="-122"/>
                <a:ea typeface="MiSans" pitchFamily="2" charset="-122"/>
                <a:cs typeface="MiSans" pitchFamily="2" charset="-122"/>
              </a:rPr>
              <a:t>你的个人效率提升助手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8B87D9-9933-052E-9D8B-3ACE4ED6D1FA}"/>
              </a:ext>
            </a:extLst>
          </p:cNvPr>
          <p:cNvGrpSpPr/>
          <p:nvPr/>
        </p:nvGrpSpPr>
        <p:grpSpPr>
          <a:xfrm>
            <a:off x="2055171" y="2524538"/>
            <a:ext cx="8081657" cy="10171816"/>
            <a:chOff x="2171254" y="2440951"/>
            <a:chExt cx="8081657" cy="10171816"/>
          </a:xfrm>
        </p:grpSpPr>
        <p:grpSp>
          <p:nvGrpSpPr>
            <p:cNvPr id="3" name="图形 7" descr="盒子 纯色填充">
              <a:extLst>
                <a:ext uri="{FF2B5EF4-FFF2-40B4-BE49-F238E27FC236}">
                  <a16:creationId xmlns:a16="http://schemas.microsoft.com/office/drawing/2014/main" id="{CD995784-3D7A-2D94-F779-C05C627976ED}"/>
                </a:ext>
              </a:extLst>
            </p:cNvPr>
            <p:cNvGrpSpPr/>
            <p:nvPr/>
          </p:nvGrpSpPr>
          <p:grpSpPr>
            <a:xfrm>
              <a:off x="2171254" y="5836913"/>
              <a:ext cx="1051437" cy="1255352"/>
              <a:chOff x="935644" y="3374904"/>
              <a:chExt cx="628650" cy="750570"/>
            </a:xfr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5FC24538-BB73-F32C-EEB9-104F011C523A}"/>
                  </a:ext>
                </a:extLst>
              </p:cNvPr>
              <p:cNvSpPr/>
              <p:nvPr/>
            </p:nvSpPr>
            <p:spPr>
              <a:xfrm>
                <a:off x="935644" y="3478726"/>
                <a:ext cx="457200" cy="277177"/>
              </a:xfrm>
              <a:custGeom>
                <a:avLst/>
                <a:gdLst>
                  <a:gd name="csX0" fmla="*/ 142875 w 457200"/>
                  <a:gd name="csY0" fmla="*/ 0 h 277177"/>
                  <a:gd name="csX1" fmla="*/ 0 w 457200"/>
                  <a:gd name="csY1" fmla="*/ 86678 h 277177"/>
                  <a:gd name="csX2" fmla="*/ 314325 w 457200"/>
                  <a:gd name="csY2" fmla="*/ 277178 h 277177"/>
                  <a:gd name="csX3" fmla="*/ 457200 w 457200"/>
                  <a:gd name="csY3" fmla="*/ 190500 h 277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7200" h="277177">
                    <a:moveTo>
                      <a:pt x="142875" y="0"/>
                    </a:moveTo>
                    <a:lnTo>
                      <a:pt x="0" y="86678"/>
                    </a:lnTo>
                    <a:lnTo>
                      <a:pt x="314325" y="277178"/>
                    </a:lnTo>
                    <a:lnTo>
                      <a:pt x="457200" y="1905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23DC06BF-AFEB-5AC0-DFAA-B9900511D0B5}"/>
                  </a:ext>
                </a:extLst>
              </p:cNvPr>
              <p:cNvSpPr/>
              <p:nvPr/>
            </p:nvSpPr>
            <p:spPr>
              <a:xfrm>
                <a:off x="1114713" y="3374904"/>
                <a:ext cx="449580" cy="272415"/>
              </a:xfrm>
              <a:custGeom>
                <a:avLst/>
                <a:gdLst>
                  <a:gd name="csX0" fmla="*/ 449580 w 449580"/>
                  <a:gd name="csY0" fmla="*/ 190500 h 272415"/>
                  <a:gd name="csX1" fmla="*/ 135255 w 449580"/>
                  <a:gd name="csY1" fmla="*/ 0 h 272415"/>
                  <a:gd name="csX2" fmla="*/ 0 w 449580"/>
                  <a:gd name="csY2" fmla="*/ 81915 h 272415"/>
                  <a:gd name="csX3" fmla="*/ 314325 w 449580"/>
                  <a:gd name="csY3" fmla="*/ 272415 h 272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9580" h="272415">
                    <a:moveTo>
                      <a:pt x="449580" y="190500"/>
                    </a:moveTo>
                    <a:lnTo>
                      <a:pt x="135255" y="0"/>
                    </a:lnTo>
                    <a:lnTo>
                      <a:pt x="0" y="81915"/>
                    </a:lnTo>
                    <a:lnTo>
                      <a:pt x="314325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12CEA803-ED96-EC38-CCBF-A5E882481533}"/>
                  </a:ext>
                </a:extLst>
              </p:cNvPr>
              <p:cNvSpPr/>
              <p:nvPr/>
            </p:nvSpPr>
            <p:spPr>
              <a:xfrm>
                <a:off x="935644" y="3610171"/>
                <a:ext cx="295275" cy="515302"/>
              </a:xfrm>
              <a:custGeom>
                <a:avLst/>
                <a:gdLst>
                  <a:gd name="csX0" fmla="*/ 0 w 295275"/>
                  <a:gd name="csY0" fmla="*/ 31432 h 515302"/>
                  <a:gd name="csX1" fmla="*/ 0 w 295275"/>
                  <a:gd name="csY1" fmla="*/ 336233 h 515302"/>
                  <a:gd name="csX2" fmla="*/ 295275 w 295275"/>
                  <a:gd name="csY2" fmla="*/ 515303 h 515302"/>
                  <a:gd name="csX3" fmla="*/ 295275 w 295275"/>
                  <a:gd name="csY3" fmla="*/ 179070 h 515302"/>
                  <a:gd name="csX4" fmla="*/ 0 w 295275"/>
                  <a:gd name="csY4" fmla="*/ 0 h 515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5275" h="515302">
                    <a:moveTo>
                      <a:pt x="0" y="31432"/>
                    </a:moveTo>
                    <a:lnTo>
                      <a:pt x="0" y="336233"/>
                    </a:lnTo>
                    <a:lnTo>
                      <a:pt x="295275" y="515303"/>
                    </a:lnTo>
                    <a:lnTo>
                      <a:pt x="295275" y="17907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1299BC13-659A-44DA-AE48-61CA05AD5231}"/>
                  </a:ext>
                </a:extLst>
              </p:cNvPr>
              <p:cNvSpPr/>
              <p:nvPr/>
            </p:nvSpPr>
            <p:spPr>
              <a:xfrm>
                <a:off x="1269019" y="3610171"/>
                <a:ext cx="295275" cy="515302"/>
              </a:xfrm>
              <a:custGeom>
                <a:avLst/>
                <a:gdLst>
                  <a:gd name="csX0" fmla="*/ 104775 w 295275"/>
                  <a:gd name="csY0" fmla="*/ 231458 h 515302"/>
                  <a:gd name="csX1" fmla="*/ 38100 w 295275"/>
                  <a:gd name="csY1" fmla="*/ 269558 h 515302"/>
                  <a:gd name="csX2" fmla="*/ 38100 w 295275"/>
                  <a:gd name="csY2" fmla="*/ 202883 h 515302"/>
                  <a:gd name="csX3" fmla="*/ 104775 w 295275"/>
                  <a:gd name="csY3" fmla="*/ 164783 h 515302"/>
                  <a:gd name="csX4" fmla="*/ 104775 w 295275"/>
                  <a:gd name="csY4" fmla="*/ 231458 h 515302"/>
                  <a:gd name="csX5" fmla="*/ 0 w 295275"/>
                  <a:gd name="csY5" fmla="*/ 179070 h 515302"/>
                  <a:gd name="csX6" fmla="*/ 0 w 295275"/>
                  <a:gd name="csY6" fmla="*/ 515303 h 515302"/>
                  <a:gd name="csX7" fmla="*/ 295275 w 295275"/>
                  <a:gd name="csY7" fmla="*/ 336233 h 515302"/>
                  <a:gd name="csX8" fmla="*/ 295275 w 295275"/>
                  <a:gd name="csY8" fmla="*/ 0 h 515302"/>
                  <a:gd name="csX9" fmla="*/ 0 w 295275"/>
                  <a:gd name="csY9" fmla="*/ 179070 h 515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95275" h="515302">
                    <a:moveTo>
                      <a:pt x="104775" y="231458"/>
                    </a:moveTo>
                    <a:lnTo>
                      <a:pt x="38100" y="269558"/>
                    </a:lnTo>
                    <a:lnTo>
                      <a:pt x="38100" y="202883"/>
                    </a:lnTo>
                    <a:lnTo>
                      <a:pt x="104775" y="164783"/>
                    </a:lnTo>
                    <a:lnTo>
                      <a:pt x="104775" y="231458"/>
                    </a:lnTo>
                    <a:close/>
                    <a:moveTo>
                      <a:pt x="0" y="179070"/>
                    </a:moveTo>
                    <a:lnTo>
                      <a:pt x="0" y="515303"/>
                    </a:lnTo>
                    <a:lnTo>
                      <a:pt x="295275" y="336233"/>
                    </a:lnTo>
                    <a:lnTo>
                      <a:pt x="295275" y="0"/>
                    </a:lnTo>
                    <a:lnTo>
                      <a:pt x="0" y="1790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</p:grp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142EC80C-7A6D-61C6-9A5D-BAC2470C1746}"/>
                </a:ext>
              </a:extLst>
            </p:cNvPr>
            <p:cNvSpPr/>
            <p:nvPr/>
          </p:nvSpPr>
          <p:spPr>
            <a:xfrm>
              <a:off x="5595557" y="3212004"/>
              <a:ext cx="634047" cy="186390"/>
            </a:xfrm>
            <a:custGeom>
              <a:avLst/>
              <a:gdLst>
                <a:gd name="csX0" fmla="*/ 345758 w 379094"/>
                <a:gd name="csY0" fmla="*/ 0 h 111442"/>
                <a:gd name="csX1" fmla="*/ 33338 w 379094"/>
                <a:gd name="csY1" fmla="*/ 0 h 111442"/>
                <a:gd name="csX2" fmla="*/ 0 w 379094"/>
                <a:gd name="csY2" fmla="*/ 33337 h 111442"/>
                <a:gd name="csX3" fmla="*/ 33338 w 379094"/>
                <a:gd name="csY3" fmla="*/ 66675 h 111442"/>
                <a:gd name="csX4" fmla="*/ 187643 w 379094"/>
                <a:gd name="csY4" fmla="*/ 66675 h 111442"/>
                <a:gd name="csX5" fmla="*/ 235268 w 379094"/>
                <a:gd name="csY5" fmla="*/ 111443 h 111442"/>
                <a:gd name="csX6" fmla="*/ 283845 w 379094"/>
                <a:gd name="csY6" fmla="*/ 66675 h 111442"/>
                <a:gd name="csX7" fmla="*/ 345758 w 379094"/>
                <a:gd name="csY7" fmla="*/ 66675 h 111442"/>
                <a:gd name="csX8" fmla="*/ 379095 w 379094"/>
                <a:gd name="csY8" fmla="*/ 33337 h 111442"/>
                <a:gd name="csX9" fmla="*/ 345758 w 379094"/>
                <a:gd name="csY9" fmla="*/ 0 h 1114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9094" h="111442">
                  <a:moveTo>
                    <a:pt x="345758" y="0"/>
                  </a:moveTo>
                  <a:lnTo>
                    <a:pt x="33338" y="0"/>
                  </a:lnTo>
                  <a:cubicBezTo>
                    <a:pt x="15240" y="0"/>
                    <a:pt x="0" y="15240"/>
                    <a:pt x="0" y="33337"/>
                  </a:cubicBezTo>
                  <a:cubicBezTo>
                    <a:pt x="0" y="51435"/>
                    <a:pt x="15240" y="66675"/>
                    <a:pt x="33338" y="66675"/>
                  </a:cubicBezTo>
                  <a:lnTo>
                    <a:pt x="187643" y="66675"/>
                  </a:lnTo>
                  <a:lnTo>
                    <a:pt x="235268" y="111443"/>
                  </a:lnTo>
                  <a:lnTo>
                    <a:pt x="283845" y="66675"/>
                  </a:lnTo>
                  <a:lnTo>
                    <a:pt x="345758" y="66675"/>
                  </a:lnTo>
                  <a:cubicBezTo>
                    <a:pt x="363855" y="66675"/>
                    <a:pt x="379095" y="51435"/>
                    <a:pt x="379095" y="33337"/>
                  </a:cubicBezTo>
                  <a:cubicBezTo>
                    <a:pt x="379095" y="15240"/>
                    <a:pt x="363855" y="0"/>
                    <a:pt x="34575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871E6968-175D-D224-AC3C-CF9FE05849A9}"/>
                </a:ext>
              </a:extLst>
            </p:cNvPr>
            <p:cNvSpPr/>
            <p:nvPr/>
          </p:nvSpPr>
          <p:spPr>
            <a:xfrm>
              <a:off x="5592371" y="3382464"/>
              <a:ext cx="635641" cy="149750"/>
            </a:xfrm>
            <a:custGeom>
              <a:avLst/>
              <a:gdLst>
                <a:gd name="csX0" fmla="*/ 235268 w 380047"/>
                <a:gd name="csY0" fmla="*/ 60960 h 89535"/>
                <a:gd name="csX1" fmla="*/ 169545 w 380047"/>
                <a:gd name="csY1" fmla="*/ 0 h 89535"/>
                <a:gd name="csX2" fmla="*/ 0 w 380047"/>
                <a:gd name="csY2" fmla="*/ 0 h 89535"/>
                <a:gd name="csX3" fmla="*/ 0 w 380047"/>
                <a:gd name="csY3" fmla="*/ 44767 h 89535"/>
                <a:gd name="csX4" fmla="*/ 44768 w 380047"/>
                <a:gd name="csY4" fmla="*/ 89535 h 89535"/>
                <a:gd name="csX5" fmla="*/ 335280 w 380047"/>
                <a:gd name="csY5" fmla="*/ 89535 h 89535"/>
                <a:gd name="csX6" fmla="*/ 380048 w 380047"/>
                <a:gd name="csY6" fmla="*/ 44767 h 89535"/>
                <a:gd name="csX7" fmla="*/ 380048 w 380047"/>
                <a:gd name="csY7" fmla="*/ 0 h 89535"/>
                <a:gd name="csX8" fmla="*/ 301943 w 380047"/>
                <a:gd name="csY8" fmla="*/ 0 h 89535"/>
                <a:gd name="csX9" fmla="*/ 235268 w 380047"/>
                <a:gd name="csY9" fmla="*/ 60960 h 89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047" h="89535">
                  <a:moveTo>
                    <a:pt x="235268" y="60960"/>
                  </a:moveTo>
                  <a:lnTo>
                    <a:pt x="169545" y="0"/>
                  </a:lnTo>
                  <a:lnTo>
                    <a:pt x="0" y="0"/>
                  </a:lnTo>
                  <a:lnTo>
                    <a:pt x="0" y="44767"/>
                  </a:lnTo>
                  <a:cubicBezTo>
                    <a:pt x="0" y="69532"/>
                    <a:pt x="20002" y="89535"/>
                    <a:pt x="44768" y="89535"/>
                  </a:cubicBezTo>
                  <a:lnTo>
                    <a:pt x="335280" y="89535"/>
                  </a:lnTo>
                  <a:cubicBezTo>
                    <a:pt x="360045" y="89535"/>
                    <a:pt x="380048" y="69532"/>
                    <a:pt x="380048" y="44767"/>
                  </a:cubicBezTo>
                  <a:lnTo>
                    <a:pt x="380048" y="0"/>
                  </a:lnTo>
                  <a:lnTo>
                    <a:pt x="301943" y="0"/>
                  </a:lnTo>
                  <a:lnTo>
                    <a:pt x="235268" y="6096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E6141070-FD4C-82CB-9B52-B84FB94CF506}"/>
                </a:ext>
              </a:extLst>
            </p:cNvPr>
            <p:cNvSpPr/>
            <p:nvPr/>
          </p:nvSpPr>
          <p:spPr>
            <a:xfrm>
              <a:off x="5592370" y="2906132"/>
              <a:ext cx="634047" cy="242149"/>
            </a:xfrm>
            <a:custGeom>
              <a:avLst/>
              <a:gdLst>
                <a:gd name="csX0" fmla="*/ 189548 w 379094"/>
                <a:gd name="csY0" fmla="*/ 0 h 144780"/>
                <a:gd name="csX1" fmla="*/ 0 w 379094"/>
                <a:gd name="csY1" fmla="*/ 144780 h 144780"/>
                <a:gd name="csX2" fmla="*/ 379095 w 379094"/>
                <a:gd name="csY2" fmla="*/ 144780 h 144780"/>
                <a:gd name="csX3" fmla="*/ 189548 w 379094"/>
                <a:gd name="csY3" fmla="*/ 0 h 144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9094" h="144780">
                  <a:moveTo>
                    <a:pt x="189548" y="0"/>
                  </a:moveTo>
                  <a:cubicBezTo>
                    <a:pt x="84773" y="0"/>
                    <a:pt x="0" y="40005"/>
                    <a:pt x="0" y="144780"/>
                  </a:cubicBezTo>
                  <a:lnTo>
                    <a:pt x="379095" y="144780"/>
                  </a:lnTo>
                  <a:cubicBezTo>
                    <a:pt x="379095" y="40957"/>
                    <a:pt x="294323" y="0"/>
                    <a:pt x="18954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42CF670-C048-A28A-05E9-F95993669F1E}"/>
                </a:ext>
              </a:extLst>
            </p:cNvPr>
            <p:cNvSpPr/>
            <p:nvPr/>
          </p:nvSpPr>
          <p:spPr>
            <a:xfrm>
              <a:off x="6022503" y="2440951"/>
              <a:ext cx="659538" cy="1092857"/>
            </a:xfrm>
            <a:custGeom>
              <a:avLst/>
              <a:gdLst>
                <a:gd name="csX0" fmla="*/ 388620 w 394335"/>
                <a:gd name="csY0" fmla="*/ 32385 h 653415"/>
                <a:gd name="csX1" fmla="*/ 388620 w 394335"/>
                <a:gd name="csY1" fmla="*/ 5715 h 653415"/>
                <a:gd name="csX2" fmla="*/ 361950 w 394335"/>
                <a:gd name="csY2" fmla="*/ 5715 h 653415"/>
                <a:gd name="csX3" fmla="*/ 266700 w 394335"/>
                <a:gd name="csY3" fmla="*/ 103823 h 653415"/>
                <a:gd name="csX4" fmla="*/ 262890 w 394335"/>
                <a:gd name="csY4" fmla="*/ 139065 h 653415"/>
                <a:gd name="csX5" fmla="*/ 0 w 394335"/>
                <a:gd name="csY5" fmla="*/ 139065 h 653415"/>
                <a:gd name="csX6" fmla="*/ 0 w 394335"/>
                <a:gd name="csY6" fmla="*/ 167640 h 653415"/>
                <a:gd name="csX7" fmla="*/ 6668 w 394335"/>
                <a:gd name="csY7" fmla="*/ 248603 h 653415"/>
                <a:gd name="csX8" fmla="*/ 160973 w 394335"/>
                <a:gd name="csY8" fmla="*/ 424815 h 653415"/>
                <a:gd name="csX9" fmla="*/ 160973 w 394335"/>
                <a:gd name="csY9" fmla="*/ 608648 h 653415"/>
                <a:gd name="csX10" fmla="*/ 147638 w 394335"/>
                <a:gd name="csY10" fmla="*/ 653415 h 653415"/>
                <a:gd name="csX11" fmla="*/ 305753 w 394335"/>
                <a:gd name="csY11" fmla="*/ 653415 h 653415"/>
                <a:gd name="csX12" fmla="*/ 343853 w 394335"/>
                <a:gd name="csY12" fmla="*/ 167640 h 653415"/>
                <a:gd name="csX13" fmla="*/ 343853 w 394335"/>
                <a:gd name="csY13" fmla="*/ 139065 h 653415"/>
                <a:gd name="csX14" fmla="*/ 303847 w 394335"/>
                <a:gd name="csY14" fmla="*/ 139065 h 653415"/>
                <a:gd name="csX15" fmla="*/ 305753 w 394335"/>
                <a:gd name="csY15" fmla="*/ 120015 h 653415"/>
                <a:gd name="csX16" fmla="*/ 388620 w 394335"/>
                <a:gd name="csY16" fmla="*/ 32385 h 65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94335" h="653415">
                  <a:moveTo>
                    <a:pt x="388620" y="32385"/>
                  </a:moveTo>
                  <a:cubicBezTo>
                    <a:pt x="396240" y="24765"/>
                    <a:pt x="396240" y="13335"/>
                    <a:pt x="388620" y="5715"/>
                  </a:cubicBezTo>
                  <a:cubicBezTo>
                    <a:pt x="381000" y="-1905"/>
                    <a:pt x="369570" y="-1905"/>
                    <a:pt x="361950" y="5715"/>
                  </a:cubicBezTo>
                  <a:lnTo>
                    <a:pt x="266700" y="103823"/>
                  </a:lnTo>
                  <a:lnTo>
                    <a:pt x="262890" y="139065"/>
                  </a:lnTo>
                  <a:lnTo>
                    <a:pt x="0" y="139065"/>
                  </a:lnTo>
                  <a:lnTo>
                    <a:pt x="0" y="167640"/>
                  </a:lnTo>
                  <a:lnTo>
                    <a:pt x="6668" y="248603"/>
                  </a:lnTo>
                  <a:cubicBezTo>
                    <a:pt x="104775" y="268605"/>
                    <a:pt x="160973" y="331470"/>
                    <a:pt x="160973" y="424815"/>
                  </a:cubicBezTo>
                  <a:lnTo>
                    <a:pt x="160973" y="608648"/>
                  </a:lnTo>
                  <a:cubicBezTo>
                    <a:pt x="160973" y="624840"/>
                    <a:pt x="156210" y="640080"/>
                    <a:pt x="147638" y="653415"/>
                  </a:cubicBezTo>
                  <a:lnTo>
                    <a:pt x="305753" y="653415"/>
                  </a:lnTo>
                  <a:lnTo>
                    <a:pt x="343853" y="167640"/>
                  </a:lnTo>
                  <a:lnTo>
                    <a:pt x="343853" y="139065"/>
                  </a:lnTo>
                  <a:lnTo>
                    <a:pt x="303847" y="139065"/>
                  </a:lnTo>
                  <a:lnTo>
                    <a:pt x="305753" y="120015"/>
                  </a:lnTo>
                  <a:lnTo>
                    <a:pt x="388620" y="32385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825DC5-5809-ECB8-C37D-588E57C1B16B}"/>
                </a:ext>
              </a:extLst>
            </p:cNvPr>
            <p:cNvSpPr/>
            <p:nvPr/>
          </p:nvSpPr>
          <p:spPr>
            <a:xfrm>
              <a:off x="9118727" y="5689549"/>
              <a:ext cx="1134184" cy="1274469"/>
            </a:xfrm>
            <a:custGeom>
              <a:avLst/>
              <a:gdLst>
                <a:gd name="csX0" fmla="*/ 65625 w 678124"/>
                <a:gd name="csY0" fmla="*/ 114300 h 762000"/>
                <a:gd name="csX1" fmla="*/ 185937 w 678124"/>
                <a:gd name="csY1" fmla="*/ 114300 h 762000"/>
                <a:gd name="csX2" fmla="*/ 185937 w 678124"/>
                <a:gd name="csY2" fmla="*/ 171450 h 762000"/>
                <a:gd name="csX3" fmla="*/ 492187 w 678124"/>
                <a:gd name="csY3" fmla="*/ 171450 h 762000"/>
                <a:gd name="csX4" fmla="*/ 492187 w 678124"/>
                <a:gd name="csY4" fmla="*/ 114300 h 762000"/>
                <a:gd name="csX5" fmla="*/ 612499 w 678124"/>
                <a:gd name="csY5" fmla="*/ 114300 h 762000"/>
                <a:gd name="csX6" fmla="*/ 612499 w 678124"/>
                <a:gd name="csY6" fmla="*/ 704850 h 762000"/>
                <a:gd name="csX7" fmla="*/ 65625 w 678124"/>
                <a:gd name="csY7" fmla="*/ 704850 h 762000"/>
                <a:gd name="csX8" fmla="*/ 65625 w 678124"/>
                <a:gd name="csY8" fmla="*/ 114300 h 762000"/>
                <a:gd name="csX9" fmla="*/ 340156 w 678124"/>
                <a:gd name="csY9" fmla="*/ 38100 h 762000"/>
                <a:gd name="csX10" fmla="*/ 371875 w 678124"/>
                <a:gd name="csY10" fmla="*/ 66675 h 762000"/>
                <a:gd name="csX11" fmla="*/ 339062 w 678124"/>
                <a:gd name="csY11" fmla="*/ 95250 h 762000"/>
                <a:gd name="csX12" fmla="*/ 306250 w 678124"/>
                <a:gd name="csY12" fmla="*/ 66675 h 762000"/>
                <a:gd name="csX13" fmla="*/ 340156 w 678124"/>
                <a:gd name="csY13" fmla="*/ 38100 h 762000"/>
                <a:gd name="csX14" fmla="*/ 0 w 678124"/>
                <a:gd name="csY14" fmla="*/ 95250 h 762000"/>
                <a:gd name="csX15" fmla="*/ 0 w 678124"/>
                <a:gd name="csY15" fmla="*/ 723900 h 762000"/>
                <a:gd name="csX16" fmla="*/ 43750 w 678124"/>
                <a:gd name="csY16" fmla="*/ 762000 h 762000"/>
                <a:gd name="csX17" fmla="*/ 634374 w 678124"/>
                <a:gd name="csY17" fmla="*/ 762000 h 762000"/>
                <a:gd name="csX18" fmla="*/ 678124 w 678124"/>
                <a:gd name="csY18" fmla="*/ 723900 h 762000"/>
                <a:gd name="csX19" fmla="*/ 678124 w 678124"/>
                <a:gd name="csY19" fmla="*/ 95250 h 762000"/>
                <a:gd name="csX20" fmla="*/ 634374 w 678124"/>
                <a:gd name="csY20" fmla="*/ 57150 h 762000"/>
                <a:gd name="csX21" fmla="*/ 448437 w 678124"/>
                <a:gd name="csY21" fmla="*/ 57150 h 762000"/>
                <a:gd name="csX22" fmla="*/ 448437 w 678124"/>
                <a:gd name="csY22" fmla="*/ 38100 h 762000"/>
                <a:gd name="csX23" fmla="*/ 404687 w 678124"/>
                <a:gd name="csY23" fmla="*/ 0 h 762000"/>
                <a:gd name="csX24" fmla="*/ 273437 w 678124"/>
                <a:gd name="csY24" fmla="*/ 0 h 762000"/>
                <a:gd name="csX25" fmla="*/ 229687 w 678124"/>
                <a:gd name="csY25" fmla="*/ 38100 h 762000"/>
                <a:gd name="csX26" fmla="*/ 229687 w 678124"/>
                <a:gd name="csY26" fmla="*/ 57150 h 762000"/>
                <a:gd name="csX27" fmla="*/ 43750 w 678124"/>
                <a:gd name="csY27" fmla="*/ 57150 h 762000"/>
                <a:gd name="csX28" fmla="*/ 0 w 678124"/>
                <a:gd name="csY28" fmla="*/ 9525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78124" h="762000">
                  <a:moveTo>
                    <a:pt x="65625" y="114300"/>
                  </a:moveTo>
                  <a:lnTo>
                    <a:pt x="185937" y="114300"/>
                  </a:lnTo>
                  <a:lnTo>
                    <a:pt x="185937" y="171450"/>
                  </a:lnTo>
                  <a:lnTo>
                    <a:pt x="492187" y="171450"/>
                  </a:lnTo>
                  <a:lnTo>
                    <a:pt x="492187" y="114300"/>
                  </a:lnTo>
                  <a:lnTo>
                    <a:pt x="612499" y="114300"/>
                  </a:lnTo>
                  <a:lnTo>
                    <a:pt x="612499" y="704850"/>
                  </a:lnTo>
                  <a:lnTo>
                    <a:pt x="65625" y="704850"/>
                  </a:lnTo>
                  <a:lnTo>
                    <a:pt x="65625" y="114300"/>
                  </a:lnTo>
                  <a:close/>
                  <a:moveTo>
                    <a:pt x="340156" y="38100"/>
                  </a:moveTo>
                  <a:cubicBezTo>
                    <a:pt x="357656" y="38100"/>
                    <a:pt x="371875" y="51435"/>
                    <a:pt x="371875" y="66675"/>
                  </a:cubicBezTo>
                  <a:cubicBezTo>
                    <a:pt x="371875" y="82868"/>
                    <a:pt x="357656" y="95250"/>
                    <a:pt x="339062" y="95250"/>
                  </a:cubicBezTo>
                  <a:cubicBezTo>
                    <a:pt x="320468" y="95250"/>
                    <a:pt x="306250" y="82868"/>
                    <a:pt x="306250" y="66675"/>
                  </a:cubicBezTo>
                  <a:cubicBezTo>
                    <a:pt x="306250" y="50483"/>
                    <a:pt x="320468" y="38100"/>
                    <a:pt x="340156" y="38100"/>
                  </a:cubicBezTo>
                  <a:close/>
                  <a:moveTo>
                    <a:pt x="0" y="95250"/>
                  </a:moveTo>
                  <a:lnTo>
                    <a:pt x="0" y="723900"/>
                  </a:lnTo>
                  <a:cubicBezTo>
                    <a:pt x="0" y="744855"/>
                    <a:pt x="19687" y="762000"/>
                    <a:pt x="43750" y="762000"/>
                  </a:cubicBezTo>
                  <a:lnTo>
                    <a:pt x="634374" y="762000"/>
                  </a:lnTo>
                  <a:cubicBezTo>
                    <a:pt x="658437" y="762000"/>
                    <a:pt x="678124" y="744855"/>
                    <a:pt x="678124" y="723900"/>
                  </a:cubicBezTo>
                  <a:lnTo>
                    <a:pt x="678124" y="95250"/>
                  </a:lnTo>
                  <a:cubicBezTo>
                    <a:pt x="678124" y="74295"/>
                    <a:pt x="658437" y="57150"/>
                    <a:pt x="634374" y="57150"/>
                  </a:cubicBezTo>
                  <a:lnTo>
                    <a:pt x="448437" y="57150"/>
                  </a:lnTo>
                  <a:lnTo>
                    <a:pt x="448437" y="38100"/>
                  </a:lnTo>
                  <a:cubicBezTo>
                    <a:pt x="448437" y="17145"/>
                    <a:pt x="428750" y="0"/>
                    <a:pt x="404687" y="0"/>
                  </a:cubicBezTo>
                  <a:lnTo>
                    <a:pt x="273437" y="0"/>
                  </a:lnTo>
                  <a:cubicBezTo>
                    <a:pt x="249375" y="0"/>
                    <a:pt x="229687" y="17145"/>
                    <a:pt x="229687" y="38100"/>
                  </a:cubicBezTo>
                  <a:lnTo>
                    <a:pt x="229687" y="57150"/>
                  </a:lnTo>
                  <a:lnTo>
                    <a:pt x="43750" y="57150"/>
                  </a:lnTo>
                  <a:cubicBezTo>
                    <a:pt x="19687" y="57150"/>
                    <a:pt x="0" y="74295"/>
                    <a:pt x="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7FC7550A-A2EB-01E2-CB2F-96D24DE216E6}"/>
                </a:ext>
              </a:extLst>
            </p:cNvPr>
            <p:cNvSpPr/>
            <p:nvPr/>
          </p:nvSpPr>
          <p:spPr>
            <a:xfrm>
              <a:off x="9338248" y="6103752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C48A3BC5-1DFF-09D7-3860-4FDA3D4C2A22}"/>
                </a:ext>
              </a:extLst>
            </p:cNvPr>
            <p:cNvSpPr/>
            <p:nvPr/>
          </p:nvSpPr>
          <p:spPr>
            <a:xfrm>
              <a:off x="9338248" y="6294922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5D4FC2C-12F0-2B6E-28DF-5710FD12C191}"/>
                </a:ext>
              </a:extLst>
            </p:cNvPr>
            <p:cNvSpPr/>
            <p:nvPr/>
          </p:nvSpPr>
          <p:spPr>
            <a:xfrm>
              <a:off x="9338248" y="6486093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19EB7DFC-0803-E672-519F-2912E7C04570}"/>
                </a:ext>
              </a:extLst>
            </p:cNvPr>
            <p:cNvSpPr/>
            <p:nvPr/>
          </p:nvSpPr>
          <p:spPr>
            <a:xfrm>
              <a:off x="9338248" y="6677263"/>
              <a:ext cx="310985" cy="63724"/>
            </a:xfrm>
            <a:custGeom>
              <a:avLst/>
              <a:gdLst>
                <a:gd name="csX0" fmla="*/ 0 w 185937"/>
                <a:gd name="csY0" fmla="*/ 0 h 38100"/>
                <a:gd name="csX1" fmla="*/ 185937 w 185937"/>
                <a:gd name="csY1" fmla="*/ 0 h 38100"/>
                <a:gd name="csX2" fmla="*/ 185937 w 185937"/>
                <a:gd name="csY2" fmla="*/ 38100 h 38100"/>
                <a:gd name="csX3" fmla="*/ 0 w 185937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5937" h="38100">
                  <a:moveTo>
                    <a:pt x="0" y="0"/>
                  </a:moveTo>
                  <a:lnTo>
                    <a:pt x="185937" y="0"/>
                  </a:lnTo>
                  <a:lnTo>
                    <a:pt x="185937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3E5B7AE8-B7FC-A661-E755-36C0121FAA58}"/>
                </a:ext>
              </a:extLst>
            </p:cNvPr>
            <p:cNvSpPr/>
            <p:nvPr/>
          </p:nvSpPr>
          <p:spPr>
            <a:xfrm>
              <a:off x="9775457" y="6035249"/>
              <a:ext cx="245130" cy="172052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4A121512-F722-F3F9-FE46-94D9BEB00168}"/>
                </a:ext>
              </a:extLst>
            </p:cNvPr>
            <p:cNvSpPr/>
            <p:nvPr/>
          </p:nvSpPr>
          <p:spPr>
            <a:xfrm>
              <a:off x="9775457" y="6226419"/>
              <a:ext cx="245130" cy="172052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AD4B431-C359-1C12-BBCF-5EEC915EDE00}"/>
                </a:ext>
              </a:extLst>
            </p:cNvPr>
            <p:cNvSpPr/>
            <p:nvPr/>
          </p:nvSpPr>
          <p:spPr>
            <a:xfrm>
              <a:off x="9775457" y="6417590"/>
              <a:ext cx="245130" cy="172052"/>
            </a:xfrm>
            <a:custGeom>
              <a:avLst/>
              <a:gdLst>
                <a:gd name="csX0" fmla="*/ 0 w 146562"/>
                <a:gd name="csY0" fmla="*/ 58102 h 102869"/>
                <a:gd name="csX1" fmla="*/ 22969 w 146562"/>
                <a:gd name="csY1" fmla="*/ 38100 h 102869"/>
                <a:gd name="csX2" fmla="*/ 51406 w 146562"/>
                <a:gd name="csY2" fmla="*/ 62865 h 102869"/>
                <a:gd name="csX3" fmla="*/ 123594 w 146562"/>
                <a:gd name="csY3" fmla="*/ 0 h 102869"/>
                <a:gd name="csX4" fmla="*/ 146562 w 146562"/>
                <a:gd name="csY4" fmla="*/ 20002 h 102869"/>
                <a:gd name="csX5" fmla="*/ 51406 w 146562"/>
                <a:gd name="csY5" fmla="*/ 102870 h 10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69">
                  <a:moveTo>
                    <a:pt x="0" y="58102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2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71363BDE-3BED-844B-C1FC-C9344A41C8E8}"/>
                </a:ext>
              </a:extLst>
            </p:cNvPr>
            <p:cNvSpPr/>
            <p:nvPr/>
          </p:nvSpPr>
          <p:spPr>
            <a:xfrm>
              <a:off x="9775457" y="6608759"/>
              <a:ext cx="245130" cy="172053"/>
            </a:xfrm>
            <a:custGeom>
              <a:avLst/>
              <a:gdLst>
                <a:gd name="csX0" fmla="*/ 0 w 146562"/>
                <a:gd name="csY0" fmla="*/ 58103 h 102870"/>
                <a:gd name="csX1" fmla="*/ 22969 w 146562"/>
                <a:gd name="csY1" fmla="*/ 38100 h 102870"/>
                <a:gd name="csX2" fmla="*/ 51406 w 146562"/>
                <a:gd name="csY2" fmla="*/ 62865 h 102870"/>
                <a:gd name="csX3" fmla="*/ 123594 w 146562"/>
                <a:gd name="csY3" fmla="*/ 0 h 102870"/>
                <a:gd name="csX4" fmla="*/ 146562 w 146562"/>
                <a:gd name="csY4" fmla="*/ 20003 h 102870"/>
                <a:gd name="csX5" fmla="*/ 51406 w 146562"/>
                <a:gd name="csY5" fmla="*/ 102870 h 102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62" h="102870">
                  <a:moveTo>
                    <a:pt x="0" y="58103"/>
                  </a:moveTo>
                  <a:lnTo>
                    <a:pt x="22969" y="38100"/>
                  </a:lnTo>
                  <a:lnTo>
                    <a:pt x="51406" y="62865"/>
                  </a:lnTo>
                  <a:lnTo>
                    <a:pt x="123594" y="0"/>
                  </a:lnTo>
                  <a:lnTo>
                    <a:pt x="146562" y="20003"/>
                  </a:lnTo>
                  <a:lnTo>
                    <a:pt x="51406" y="10287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1091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E5E19584-8AC2-DFD0-51EE-A84F32ECB408}"/>
                </a:ext>
              </a:extLst>
            </p:cNvPr>
            <p:cNvSpPr/>
            <p:nvPr/>
          </p:nvSpPr>
          <p:spPr>
            <a:xfrm rot="19078378">
              <a:off x="3388642" y="4542096"/>
              <a:ext cx="247469" cy="201015"/>
            </a:xfrm>
            <a:custGeom>
              <a:avLst/>
              <a:gdLst>
                <a:gd name="csX0" fmla="*/ 147961 w 147961"/>
                <a:gd name="csY0" fmla="*/ 60093 h 120186"/>
                <a:gd name="csX1" fmla="*/ 73981 w 147961"/>
                <a:gd name="csY1" fmla="*/ 120186 h 120186"/>
                <a:gd name="csX2" fmla="*/ 0 w 147961"/>
                <a:gd name="csY2" fmla="*/ 60093 h 120186"/>
                <a:gd name="csX3" fmla="*/ 73981 w 147961"/>
                <a:gd name="csY3" fmla="*/ 0 h 120186"/>
                <a:gd name="csX4" fmla="*/ 147961 w 147961"/>
                <a:gd name="csY4" fmla="*/ 60093 h 120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7961" h="120186">
                  <a:moveTo>
                    <a:pt x="147961" y="60093"/>
                  </a:moveTo>
                  <a:cubicBezTo>
                    <a:pt x="147961" y="93282"/>
                    <a:pt x="114839" y="120186"/>
                    <a:pt x="73981" y="120186"/>
                  </a:cubicBezTo>
                  <a:cubicBezTo>
                    <a:pt x="33122" y="120186"/>
                    <a:pt x="0" y="93282"/>
                    <a:pt x="0" y="60093"/>
                  </a:cubicBezTo>
                  <a:cubicBezTo>
                    <a:pt x="0" y="26905"/>
                    <a:pt x="33122" y="0"/>
                    <a:pt x="73981" y="0"/>
                  </a:cubicBezTo>
                  <a:cubicBezTo>
                    <a:pt x="114839" y="0"/>
                    <a:pt x="147961" y="26905"/>
                    <a:pt x="147961" y="60093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12F9A5B-B6C8-780C-786F-78D945F1ACB6}"/>
                </a:ext>
              </a:extLst>
            </p:cNvPr>
            <p:cNvSpPr/>
            <p:nvPr/>
          </p:nvSpPr>
          <p:spPr>
            <a:xfrm rot="19078378">
              <a:off x="4177475" y="4542096"/>
              <a:ext cx="247469" cy="201015"/>
            </a:xfrm>
            <a:custGeom>
              <a:avLst/>
              <a:gdLst>
                <a:gd name="csX0" fmla="*/ 147961 w 147961"/>
                <a:gd name="csY0" fmla="*/ 60093 h 120186"/>
                <a:gd name="csX1" fmla="*/ 73981 w 147961"/>
                <a:gd name="csY1" fmla="*/ 120186 h 120186"/>
                <a:gd name="csX2" fmla="*/ 0 w 147961"/>
                <a:gd name="csY2" fmla="*/ 60093 h 120186"/>
                <a:gd name="csX3" fmla="*/ 73981 w 147961"/>
                <a:gd name="csY3" fmla="*/ 0 h 120186"/>
                <a:gd name="csX4" fmla="*/ 147961 w 147961"/>
                <a:gd name="csY4" fmla="*/ 60093 h 120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7961" h="120186">
                  <a:moveTo>
                    <a:pt x="147961" y="60093"/>
                  </a:moveTo>
                  <a:cubicBezTo>
                    <a:pt x="147961" y="93282"/>
                    <a:pt x="114839" y="120186"/>
                    <a:pt x="73981" y="120186"/>
                  </a:cubicBezTo>
                  <a:cubicBezTo>
                    <a:pt x="33122" y="120186"/>
                    <a:pt x="0" y="93282"/>
                    <a:pt x="0" y="60093"/>
                  </a:cubicBezTo>
                  <a:cubicBezTo>
                    <a:pt x="0" y="26905"/>
                    <a:pt x="33122" y="0"/>
                    <a:pt x="73981" y="0"/>
                  </a:cubicBezTo>
                  <a:cubicBezTo>
                    <a:pt x="114839" y="0"/>
                    <a:pt x="147961" y="26905"/>
                    <a:pt x="147961" y="60093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579E9D16-4A20-9F56-9F64-FD2F8D998728}"/>
                </a:ext>
              </a:extLst>
            </p:cNvPr>
            <p:cNvSpPr/>
            <p:nvPr/>
          </p:nvSpPr>
          <p:spPr>
            <a:xfrm>
              <a:off x="3138592" y="3973511"/>
              <a:ext cx="1015257" cy="382340"/>
            </a:xfrm>
            <a:custGeom>
              <a:avLst/>
              <a:gdLst>
                <a:gd name="csX0" fmla="*/ 163944 w 607018"/>
                <a:gd name="csY0" fmla="*/ 0 h 228600"/>
                <a:gd name="csX1" fmla="*/ 150057 w 607018"/>
                <a:gd name="csY1" fmla="*/ 66675 h 228600"/>
                <a:gd name="csX2" fmla="*/ 44053 w 607018"/>
                <a:gd name="csY2" fmla="*/ 66675 h 228600"/>
                <a:gd name="csX3" fmla="*/ 38100 w 607018"/>
                <a:gd name="csY3" fmla="*/ 95250 h 228600"/>
                <a:gd name="csX4" fmla="*/ 144104 w 607018"/>
                <a:gd name="csY4" fmla="*/ 95250 h 228600"/>
                <a:gd name="csX5" fmla="*/ 136169 w 607018"/>
                <a:gd name="csY5" fmla="*/ 133350 h 228600"/>
                <a:gd name="csX6" fmla="*/ 63103 w 607018"/>
                <a:gd name="csY6" fmla="*/ 133350 h 228600"/>
                <a:gd name="csX7" fmla="*/ 57150 w 607018"/>
                <a:gd name="csY7" fmla="*/ 161925 h 228600"/>
                <a:gd name="csX8" fmla="*/ 130216 w 607018"/>
                <a:gd name="csY8" fmla="*/ 161925 h 228600"/>
                <a:gd name="csX9" fmla="*/ 122282 w 607018"/>
                <a:gd name="csY9" fmla="*/ 200025 h 228600"/>
                <a:gd name="csX10" fmla="*/ 5953 w 607018"/>
                <a:gd name="csY10" fmla="*/ 200025 h 228600"/>
                <a:gd name="csX11" fmla="*/ 0 w 607018"/>
                <a:gd name="csY11" fmla="*/ 228600 h 228600"/>
                <a:gd name="csX12" fmla="*/ 116329 w 607018"/>
                <a:gd name="csY12" fmla="*/ 228600 h 228600"/>
                <a:gd name="csX13" fmla="*/ 196453 w 607018"/>
                <a:gd name="csY13" fmla="*/ 228600 h 228600"/>
                <a:gd name="csX14" fmla="*/ 559394 w 607018"/>
                <a:gd name="csY14" fmla="*/ 228600 h 228600"/>
                <a:gd name="csX15" fmla="*/ 607019 w 607018"/>
                <a:gd name="csY15" fmla="*/ 0 h 228600"/>
                <a:gd name="csX16" fmla="*/ 163944 w 607018"/>
                <a:gd name="csY16" fmla="*/ 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07018" h="228600">
                  <a:moveTo>
                    <a:pt x="163944" y="0"/>
                  </a:moveTo>
                  <a:lnTo>
                    <a:pt x="150057" y="66675"/>
                  </a:lnTo>
                  <a:lnTo>
                    <a:pt x="44053" y="66675"/>
                  </a:lnTo>
                  <a:lnTo>
                    <a:pt x="38100" y="95250"/>
                  </a:lnTo>
                  <a:lnTo>
                    <a:pt x="144104" y="95250"/>
                  </a:lnTo>
                  <a:lnTo>
                    <a:pt x="136169" y="133350"/>
                  </a:lnTo>
                  <a:lnTo>
                    <a:pt x="63103" y="133350"/>
                  </a:lnTo>
                  <a:lnTo>
                    <a:pt x="57150" y="161925"/>
                  </a:lnTo>
                  <a:lnTo>
                    <a:pt x="130216" y="161925"/>
                  </a:lnTo>
                  <a:lnTo>
                    <a:pt x="122282" y="200025"/>
                  </a:lnTo>
                  <a:lnTo>
                    <a:pt x="5953" y="200025"/>
                  </a:lnTo>
                  <a:lnTo>
                    <a:pt x="0" y="228600"/>
                  </a:lnTo>
                  <a:lnTo>
                    <a:pt x="116329" y="228600"/>
                  </a:lnTo>
                  <a:lnTo>
                    <a:pt x="196453" y="228600"/>
                  </a:lnTo>
                  <a:lnTo>
                    <a:pt x="559394" y="228600"/>
                  </a:lnTo>
                  <a:lnTo>
                    <a:pt x="607019" y="0"/>
                  </a:lnTo>
                  <a:lnTo>
                    <a:pt x="163944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9EED2D45-F647-8F56-34D1-8F7390D666EA}"/>
                </a:ext>
              </a:extLst>
            </p:cNvPr>
            <p:cNvSpPr/>
            <p:nvPr/>
          </p:nvSpPr>
          <p:spPr>
            <a:xfrm>
              <a:off x="4078245" y="4069030"/>
              <a:ext cx="494084" cy="573576"/>
            </a:xfrm>
            <a:custGeom>
              <a:avLst/>
              <a:gdLst>
                <a:gd name="csX0" fmla="*/ 285550 w 295411"/>
                <a:gd name="csY0" fmla="*/ 179109 h 342939"/>
                <a:gd name="csX1" fmla="*/ 243011 w 295411"/>
                <a:gd name="csY1" fmla="*/ 141009 h 342939"/>
                <a:gd name="csX2" fmla="*/ 233839 w 295411"/>
                <a:gd name="csY2" fmla="*/ 121007 h 342939"/>
                <a:gd name="csX3" fmla="*/ 228476 w 295411"/>
                <a:gd name="csY3" fmla="*/ 55284 h 342939"/>
                <a:gd name="csX4" fmla="*/ 166688 w 295411"/>
                <a:gd name="csY4" fmla="*/ 39 h 342939"/>
                <a:gd name="csX5" fmla="*/ 71438 w 295411"/>
                <a:gd name="csY5" fmla="*/ 39 h 342939"/>
                <a:gd name="csX6" fmla="*/ 43615 w 295411"/>
                <a:gd name="csY6" fmla="*/ 133389 h 342939"/>
                <a:gd name="csX7" fmla="*/ 31709 w 295411"/>
                <a:gd name="csY7" fmla="*/ 190539 h 342939"/>
                <a:gd name="csX8" fmla="*/ 0 w 295411"/>
                <a:gd name="csY8" fmla="*/ 342939 h 342939"/>
                <a:gd name="csX9" fmla="*/ 38100 w 295411"/>
                <a:gd name="csY9" fmla="*/ 342939 h 342939"/>
                <a:gd name="csX10" fmla="*/ 153191 w 295411"/>
                <a:gd name="csY10" fmla="*/ 247689 h 342939"/>
                <a:gd name="csX11" fmla="*/ 228600 w 295411"/>
                <a:gd name="csY11" fmla="*/ 342939 h 342939"/>
                <a:gd name="csX12" fmla="*/ 274634 w 295411"/>
                <a:gd name="csY12" fmla="*/ 304839 h 342939"/>
                <a:gd name="csX13" fmla="*/ 294484 w 295411"/>
                <a:gd name="csY13" fmla="*/ 209589 h 342939"/>
                <a:gd name="csX14" fmla="*/ 285550 w 295411"/>
                <a:gd name="csY14" fmla="*/ 179109 h 342939"/>
                <a:gd name="csX15" fmla="*/ 81715 w 295411"/>
                <a:gd name="csY15" fmla="*/ 133389 h 342939"/>
                <a:gd name="csX16" fmla="*/ 101556 w 295411"/>
                <a:gd name="csY16" fmla="*/ 38139 h 342939"/>
                <a:gd name="csX17" fmla="*/ 158706 w 295411"/>
                <a:gd name="csY17" fmla="*/ 38139 h 342939"/>
                <a:gd name="csX18" fmla="*/ 189135 w 295411"/>
                <a:gd name="csY18" fmla="*/ 64731 h 342939"/>
                <a:gd name="csX19" fmla="*/ 189186 w 295411"/>
                <a:gd name="csY19" fmla="*/ 65762 h 342939"/>
                <a:gd name="csX20" fmla="*/ 194548 w 295411"/>
                <a:gd name="csY20" fmla="*/ 131484 h 342939"/>
                <a:gd name="csX21" fmla="*/ 195101 w 295411"/>
                <a:gd name="csY21" fmla="*/ 133389 h 342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95411" h="342939">
                  <a:moveTo>
                    <a:pt x="285550" y="179109"/>
                  </a:moveTo>
                  <a:lnTo>
                    <a:pt x="243011" y="141009"/>
                  </a:lnTo>
                  <a:cubicBezTo>
                    <a:pt x="237328" y="135891"/>
                    <a:pt x="234008" y="128653"/>
                    <a:pt x="233839" y="121007"/>
                  </a:cubicBezTo>
                  <a:lnTo>
                    <a:pt x="228476" y="55284"/>
                  </a:lnTo>
                  <a:cubicBezTo>
                    <a:pt x="226043" y="23272"/>
                    <a:pt x="198772" y="-1112"/>
                    <a:pt x="166688" y="39"/>
                  </a:cubicBezTo>
                  <a:lnTo>
                    <a:pt x="71438" y="39"/>
                  </a:lnTo>
                  <a:lnTo>
                    <a:pt x="43615" y="133389"/>
                  </a:lnTo>
                  <a:lnTo>
                    <a:pt x="31709" y="190539"/>
                  </a:lnTo>
                  <a:lnTo>
                    <a:pt x="0" y="342939"/>
                  </a:lnTo>
                  <a:lnTo>
                    <a:pt x="38100" y="342939"/>
                  </a:lnTo>
                  <a:cubicBezTo>
                    <a:pt x="49016" y="290552"/>
                    <a:pt x="100803" y="247689"/>
                    <a:pt x="153191" y="247689"/>
                  </a:cubicBezTo>
                  <a:cubicBezTo>
                    <a:pt x="205578" y="247689"/>
                    <a:pt x="239478" y="290552"/>
                    <a:pt x="228600" y="342939"/>
                  </a:cubicBezTo>
                  <a:cubicBezTo>
                    <a:pt x="250741" y="341969"/>
                    <a:pt x="269541" y="326407"/>
                    <a:pt x="274634" y="304839"/>
                  </a:cubicBezTo>
                  <a:lnTo>
                    <a:pt x="294484" y="209589"/>
                  </a:lnTo>
                  <a:cubicBezTo>
                    <a:pt x="297220" y="198561"/>
                    <a:pt x="293805" y="186915"/>
                    <a:pt x="285550" y="179109"/>
                  </a:cubicBezTo>
                  <a:close/>
                  <a:moveTo>
                    <a:pt x="81715" y="133389"/>
                  </a:moveTo>
                  <a:lnTo>
                    <a:pt x="101556" y="38139"/>
                  </a:lnTo>
                  <a:lnTo>
                    <a:pt x="158706" y="38139"/>
                  </a:lnTo>
                  <a:cubicBezTo>
                    <a:pt x="174451" y="37079"/>
                    <a:pt x="188075" y="48985"/>
                    <a:pt x="189135" y="64731"/>
                  </a:cubicBezTo>
                  <a:cubicBezTo>
                    <a:pt x="189158" y="65074"/>
                    <a:pt x="189175" y="65418"/>
                    <a:pt x="189186" y="65762"/>
                  </a:cubicBezTo>
                  <a:lnTo>
                    <a:pt x="194548" y="131484"/>
                  </a:lnTo>
                  <a:cubicBezTo>
                    <a:pt x="194348" y="132437"/>
                    <a:pt x="195301" y="132437"/>
                    <a:pt x="195101" y="133389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8B3141E6-03B6-7D0F-667D-12E604AC5C3A}"/>
                </a:ext>
              </a:extLst>
            </p:cNvPr>
            <p:cNvSpPr/>
            <p:nvPr/>
          </p:nvSpPr>
          <p:spPr>
            <a:xfrm>
              <a:off x="3273416" y="4419574"/>
              <a:ext cx="787574" cy="223032"/>
            </a:xfrm>
            <a:custGeom>
              <a:avLst/>
              <a:gdLst>
                <a:gd name="csX0" fmla="*/ 0 w 470887"/>
                <a:gd name="csY0" fmla="*/ 133350 h 133350"/>
                <a:gd name="csX1" fmla="*/ 47625 w 470887"/>
                <a:gd name="csY1" fmla="*/ 133350 h 133350"/>
                <a:gd name="csX2" fmla="*/ 162716 w 470887"/>
                <a:gd name="csY2" fmla="*/ 38100 h 133350"/>
                <a:gd name="csX3" fmla="*/ 238125 w 470887"/>
                <a:gd name="csY3" fmla="*/ 133350 h 133350"/>
                <a:gd name="csX4" fmla="*/ 443103 w 470887"/>
                <a:gd name="csY4" fmla="*/ 133350 h 133350"/>
                <a:gd name="csX5" fmla="*/ 470887 w 470887"/>
                <a:gd name="csY5" fmla="*/ 0 h 133350"/>
                <a:gd name="csX6" fmla="*/ 27813 w 470887"/>
                <a:gd name="csY6" fmla="*/ 0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70887" h="133350">
                  <a:moveTo>
                    <a:pt x="0" y="133350"/>
                  </a:moveTo>
                  <a:lnTo>
                    <a:pt x="47625" y="133350"/>
                  </a:lnTo>
                  <a:cubicBezTo>
                    <a:pt x="58541" y="80963"/>
                    <a:pt x="110328" y="38100"/>
                    <a:pt x="162716" y="38100"/>
                  </a:cubicBezTo>
                  <a:cubicBezTo>
                    <a:pt x="215103" y="38100"/>
                    <a:pt x="249041" y="80963"/>
                    <a:pt x="238125" y="133350"/>
                  </a:cubicBezTo>
                  <a:lnTo>
                    <a:pt x="443103" y="133350"/>
                  </a:lnTo>
                  <a:lnTo>
                    <a:pt x="470887" y="0"/>
                  </a:lnTo>
                  <a:lnTo>
                    <a:pt x="27813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E11B1A6F-7C16-1B5C-AFF3-6CC41305DE7C}"/>
                </a:ext>
              </a:extLst>
            </p:cNvPr>
            <p:cNvSpPr/>
            <p:nvPr/>
          </p:nvSpPr>
          <p:spPr>
            <a:xfrm>
              <a:off x="3253271" y="7865131"/>
              <a:ext cx="987714" cy="1274469"/>
            </a:xfrm>
            <a:custGeom>
              <a:avLst/>
              <a:gdLst>
                <a:gd name="csX0" fmla="*/ 57150 w 590550"/>
                <a:gd name="csY0" fmla="*/ 704850 h 762000"/>
                <a:gd name="csX1" fmla="*/ 57150 w 590550"/>
                <a:gd name="csY1" fmla="*/ 57150 h 762000"/>
                <a:gd name="csX2" fmla="*/ 295275 w 590550"/>
                <a:gd name="csY2" fmla="*/ 57150 h 762000"/>
                <a:gd name="csX3" fmla="*/ 295275 w 590550"/>
                <a:gd name="csY3" fmla="*/ 257175 h 762000"/>
                <a:gd name="csX4" fmla="*/ 533400 w 590550"/>
                <a:gd name="csY4" fmla="*/ 257175 h 762000"/>
                <a:gd name="csX5" fmla="*/ 533400 w 590550"/>
                <a:gd name="csY5" fmla="*/ 704850 h 762000"/>
                <a:gd name="csX6" fmla="*/ 57150 w 590550"/>
                <a:gd name="csY6" fmla="*/ 704850 h 762000"/>
                <a:gd name="csX7" fmla="*/ 352425 w 590550"/>
                <a:gd name="csY7" fmla="*/ 80963 h 762000"/>
                <a:gd name="csX8" fmla="*/ 471488 w 590550"/>
                <a:gd name="csY8" fmla="*/ 200025 h 762000"/>
                <a:gd name="csX9" fmla="*/ 352425 w 590550"/>
                <a:gd name="csY9" fmla="*/ 200025 h 762000"/>
                <a:gd name="csX10" fmla="*/ 352425 w 590550"/>
                <a:gd name="csY10" fmla="*/ 80963 h 762000"/>
                <a:gd name="csX11" fmla="*/ 352425 w 590550"/>
                <a:gd name="csY11" fmla="*/ 0 h 762000"/>
                <a:gd name="csX12" fmla="*/ 0 w 590550"/>
                <a:gd name="csY12" fmla="*/ 0 h 762000"/>
                <a:gd name="csX13" fmla="*/ 0 w 590550"/>
                <a:gd name="csY13" fmla="*/ 762000 h 762000"/>
                <a:gd name="csX14" fmla="*/ 590550 w 590550"/>
                <a:gd name="csY14" fmla="*/ 762000 h 762000"/>
                <a:gd name="csX15" fmla="*/ 590550 w 590550"/>
                <a:gd name="csY15" fmla="*/ 209550 h 762000"/>
                <a:gd name="csX16" fmla="*/ 352425 w 5905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90550" h="762000">
                  <a:moveTo>
                    <a:pt x="57150" y="704850"/>
                  </a:moveTo>
                  <a:lnTo>
                    <a:pt x="57150" y="57150"/>
                  </a:lnTo>
                  <a:lnTo>
                    <a:pt x="295275" y="57150"/>
                  </a:lnTo>
                  <a:lnTo>
                    <a:pt x="295275" y="257175"/>
                  </a:lnTo>
                  <a:lnTo>
                    <a:pt x="533400" y="257175"/>
                  </a:lnTo>
                  <a:lnTo>
                    <a:pt x="533400" y="704850"/>
                  </a:lnTo>
                  <a:lnTo>
                    <a:pt x="57150" y="704850"/>
                  </a:lnTo>
                  <a:close/>
                  <a:moveTo>
                    <a:pt x="352425" y="80963"/>
                  </a:moveTo>
                  <a:lnTo>
                    <a:pt x="471488" y="200025"/>
                  </a:lnTo>
                  <a:lnTo>
                    <a:pt x="352425" y="200025"/>
                  </a:lnTo>
                  <a:lnTo>
                    <a:pt x="352425" y="80963"/>
                  </a:lnTo>
                  <a:close/>
                  <a:moveTo>
                    <a:pt x="35242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590550" y="762000"/>
                  </a:lnTo>
                  <a:lnTo>
                    <a:pt x="590550" y="209550"/>
                  </a:lnTo>
                  <a:lnTo>
                    <a:pt x="352425" y="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08B4D76B-A4C2-B631-8142-E631DCA90776}"/>
                </a:ext>
              </a:extLst>
            </p:cNvPr>
            <p:cNvSpPr/>
            <p:nvPr/>
          </p:nvSpPr>
          <p:spPr>
            <a:xfrm>
              <a:off x="3444441" y="8454573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A161D0D-5708-C6B8-21E0-BEDDA32ED644}"/>
                </a:ext>
              </a:extLst>
            </p:cNvPr>
            <p:cNvSpPr/>
            <p:nvPr/>
          </p:nvSpPr>
          <p:spPr>
            <a:xfrm>
              <a:off x="3444442" y="8327126"/>
              <a:ext cx="207102" cy="63724"/>
            </a:xfrm>
            <a:custGeom>
              <a:avLst/>
              <a:gdLst>
                <a:gd name="csX0" fmla="*/ 0 w 123825"/>
                <a:gd name="csY0" fmla="*/ 0 h 38100"/>
                <a:gd name="csX1" fmla="*/ 123825 w 123825"/>
                <a:gd name="csY1" fmla="*/ 0 h 38100"/>
                <a:gd name="csX2" fmla="*/ 123825 w 123825"/>
                <a:gd name="csY2" fmla="*/ 38100 h 38100"/>
                <a:gd name="csX3" fmla="*/ 0 w 123825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3825" h="38100">
                  <a:moveTo>
                    <a:pt x="0" y="0"/>
                  </a:moveTo>
                  <a:lnTo>
                    <a:pt x="123825" y="0"/>
                  </a:lnTo>
                  <a:lnTo>
                    <a:pt x="123825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8497DC60-3433-1111-A10B-E971A8704FEF}"/>
                </a:ext>
              </a:extLst>
            </p:cNvPr>
            <p:cNvSpPr/>
            <p:nvPr/>
          </p:nvSpPr>
          <p:spPr>
            <a:xfrm>
              <a:off x="3444441" y="8582020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266AB576-4854-FBA2-BCF1-A6CC72DC706B}"/>
                </a:ext>
              </a:extLst>
            </p:cNvPr>
            <p:cNvSpPr/>
            <p:nvPr/>
          </p:nvSpPr>
          <p:spPr>
            <a:xfrm>
              <a:off x="3444441" y="8709467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5637CEEA-1861-F360-0888-B5596C8CADE0}"/>
                </a:ext>
              </a:extLst>
            </p:cNvPr>
            <p:cNvSpPr/>
            <p:nvPr/>
          </p:nvSpPr>
          <p:spPr>
            <a:xfrm>
              <a:off x="3444441" y="8836914"/>
              <a:ext cx="605373" cy="63724"/>
            </a:xfrm>
            <a:custGeom>
              <a:avLst/>
              <a:gdLst>
                <a:gd name="csX0" fmla="*/ 0 w 361950"/>
                <a:gd name="csY0" fmla="*/ 0 h 38100"/>
                <a:gd name="csX1" fmla="*/ 361950 w 361950"/>
                <a:gd name="csY1" fmla="*/ 0 h 38100"/>
                <a:gd name="csX2" fmla="*/ 361950 w 361950"/>
                <a:gd name="csY2" fmla="*/ 38100 h 38100"/>
                <a:gd name="csX3" fmla="*/ 0 w 3619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0" name="图形 19" descr="沙漏 60% 纯色填充">
              <a:extLst>
                <a:ext uri="{FF2B5EF4-FFF2-40B4-BE49-F238E27FC236}">
                  <a16:creationId xmlns:a16="http://schemas.microsoft.com/office/drawing/2014/main" id="{F0AA1EFC-559C-DF3D-58E3-E8EF20807947}"/>
                </a:ext>
              </a:extLst>
            </p:cNvPr>
            <p:cNvSpPr/>
            <p:nvPr/>
          </p:nvSpPr>
          <p:spPr>
            <a:xfrm>
              <a:off x="7068458" y="9603408"/>
              <a:ext cx="891650" cy="1273863"/>
            </a:xfrm>
            <a:custGeom>
              <a:avLst/>
              <a:gdLst>
                <a:gd name="csX0" fmla="*/ 507397 w 533114"/>
                <a:gd name="csY0" fmla="*/ 57093 h 761638"/>
                <a:gd name="csX1" fmla="*/ 533114 w 533114"/>
                <a:gd name="csY1" fmla="*/ 57093 h 761638"/>
                <a:gd name="csX2" fmla="*/ 533114 w 533114"/>
                <a:gd name="csY2" fmla="*/ 0 h 761638"/>
                <a:gd name="csX3" fmla="*/ 0 w 533114"/>
                <a:gd name="csY3" fmla="*/ 0 h 761638"/>
                <a:gd name="csX4" fmla="*/ 0 w 533114"/>
                <a:gd name="csY4" fmla="*/ 57150 h 761638"/>
                <a:gd name="csX5" fmla="*/ 24765 w 533114"/>
                <a:gd name="csY5" fmla="*/ 57150 h 761638"/>
                <a:gd name="csX6" fmla="*/ 184699 w 533114"/>
                <a:gd name="csY6" fmla="*/ 380819 h 761638"/>
                <a:gd name="csX7" fmla="*/ 24765 w 533114"/>
                <a:gd name="csY7" fmla="*/ 704488 h 761638"/>
                <a:gd name="csX8" fmla="*/ 0 w 533114"/>
                <a:gd name="csY8" fmla="*/ 704488 h 761638"/>
                <a:gd name="csX9" fmla="*/ 0 w 533114"/>
                <a:gd name="csY9" fmla="*/ 761638 h 761638"/>
                <a:gd name="csX10" fmla="*/ 533114 w 533114"/>
                <a:gd name="csY10" fmla="*/ 761638 h 761638"/>
                <a:gd name="csX11" fmla="*/ 533114 w 533114"/>
                <a:gd name="csY11" fmla="*/ 704488 h 761638"/>
                <a:gd name="csX12" fmla="*/ 507397 w 533114"/>
                <a:gd name="csY12" fmla="*/ 704488 h 761638"/>
                <a:gd name="csX13" fmla="*/ 347462 w 533114"/>
                <a:gd name="csY13" fmla="*/ 380819 h 761638"/>
                <a:gd name="csX14" fmla="*/ 507397 w 533114"/>
                <a:gd name="csY14" fmla="*/ 57093 h 761638"/>
                <a:gd name="csX15" fmla="*/ 449961 w 533114"/>
                <a:gd name="csY15" fmla="*/ 57093 h 761638"/>
                <a:gd name="csX16" fmla="*/ 396392 w 533114"/>
                <a:gd name="csY16" fmla="*/ 228543 h 761638"/>
                <a:gd name="csX17" fmla="*/ 136303 w 533114"/>
                <a:gd name="csY17" fmla="*/ 228543 h 761638"/>
                <a:gd name="csX18" fmla="*/ 82229 w 533114"/>
                <a:gd name="csY18" fmla="*/ 57093 h 761638"/>
                <a:gd name="csX19" fmla="*/ 218084 w 533114"/>
                <a:gd name="csY19" fmla="*/ 427130 h 761638"/>
                <a:gd name="csX20" fmla="*/ 230829 w 533114"/>
                <a:gd name="csY20" fmla="*/ 414338 h 761638"/>
                <a:gd name="csX21" fmla="*/ 247650 w 533114"/>
                <a:gd name="csY21" fmla="*/ 439103 h 761638"/>
                <a:gd name="csX22" fmla="*/ 247650 w 533114"/>
                <a:gd name="csY22" fmla="*/ 561975 h 761638"/>
                <a:gd name="csX23" fmla="*/ 105223 w 533114"/>
                <a:gd name="csY23" fmla="*/ 704402 h 761638"/>
                <a:gd name="csX24" fmla="*/ 82172 w 533114"/>
                <a:gd name="csY24" fmla="*/ 704402 h 761638"/>
                <a:gd name="csX25" fmla="*/ 218084 w 533114"/>
                <a:gd name="csY25" fmla="*/ 427130 h 761638"/>
                <a:gd name="csX26" fmla="*/ 449971 w 533114"/>
                <a:gd name="csY26" fmla="*/ 704402 h 761638"/>
                <a:gd name="csX27" fmla="*/ 428177 w 533114"/>
                <a:gd name="csY27" fmla="*/ 704402 h 761638"/>
                <a:gd name="csX28" fmla="*/ 285750 w 533114"/>
                <a:gd name="csY28" fmla="*/ 561975 h 761638"/>
                <a:gd name="csX29" fmla="*/ 285750 w 533114"/>
                <a:gd name="csY29" fmla="*/ 438341 h 761638"/>
                <a:gd name="csX30" fmla="*/ 301733 w 533114"/>
                <a:gd name="csY30" fmla="*/ 414871 h 761638"/>
                <a:gd name="csX31" fmla="*/ 314039 w 533114"/>
                <a:gd name="csY31" fmla="*/ 427130 h 761638"/>
                <a:gd name="csX32" fmla="*/ 449971 w 533114"/>
                <a:gd name="csY32" fmla="*/ 704402 h 761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533114" h="761638">
                  <a:moveTo>
                    <a:pt x="507397" y="57093"/>
                  </a:moveTo>
                  <a:lnTo>
                    <a:pt x="533114" y="57093"/>
                  </a:lnTo>
                  <a:lnTo>
                    <a:pt x="533114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24765" y="57150"/>
                  </a:lnTo>
                  <a:cubicBezTo>
                    <a:pt x="35242" y="162811"/>
                    <a:pt x="96202" y="317040"/>
                    <a:pt x="184699" y="380819"/>
                  </a:cubicBezTo>
                  <a:cubicBezTo>
                    <a:pt x="96164" y="444637"/>
                    <a:pt x="34290" y="598818"/>
                    <a:pt x="24765" y="704488"/>
                  </a:cubicBezTo>
                  <a:lnTo>
                    <a:pt x="0" y="704488"/>
                  </a:lnTo>
                  <a:lnTo>
                    <a:pt x="0" y="761638"/>
                  </a:lnTo>
                  <a:lnTo>
                    <a:pt x="533114" y="761638"/>
                  </a:lnTo>
                  <a:lnTo>
                    <a:pt x="533114" y="704488"/>
                  </a:lnTo>
                  <a:lnTo>
                    <a:pt x="507397" y="704488"/>
                  </a:lnTo>
                  <a:cubicBezTo>
                    <a:pt x="497872" y="598818"/>
                    <a:pt x="435959" y="444598"/>
                    <a:pt x="347462" y="380819"/>
                  </a:cubicBezTo>
                  <a:cubicBezTo>
                    <a:pt x="436007" y="316982"/>
                    <a:pt x="497872" y="162754"/>
                    <a:pt x="507397" y="57093"/>
                  </a:cubicBezTo>
                  <a:close/>
                  <a:moveTo>
                    <a:pt x="449961" y="57093"/>
                  </a:moveTo>
                  <a:cubicBezTo>
                    <a:pt x="442200" y="116921"/>
                    <a:pt x="424073" y="174939"/>
                    <a:pt x="396392" y="228543"/>
                  </a:cubicBezTo>
                  <a:lnTo>
                    <a:pt x="136303" y="228543"/>
                  </a:lnTo>
                  <a:cubicBezTo>
                    <a:pt x="108760" y="174842"/>
                    <a:pt x="90479" y="116878"/>
                    <a:pt x="82229" y="57093"/>
                  </a:cubicBezTo>
                  <a:close/>
                  <a:moveTo>
                    <a:pt x="218084" y="427130"/>
                  </a:moveTo>
                  <a:cubicBezTo>
                    <a:pt x="222987" y="423572"/>
                    <a:pt x="227289" y="419253"/>
                    <a:pt x="230829" y="414338"/>
                  </a:cubicBezTo>
                  <a:lnTo>
                    <a:pt x="247650" y="439103"/>
                  </a:lnTo>
                  <a:lnTo>
                    <a:pt x="247650" y="561975"/>
                  </a:lnTo>
                  <a:lnTo>
                    <a:pt x="105223" y="704402"/>
                  </a:lnTo>
                  <a:lnTo>
                    <a:pt x="82172" y="704402"/>
                  </a:lnTo>
                  <a:cubicBezTo>
                    <a:pt x="92278" y="609600"/>
                    <a:pt x="148371" y="477355"/>
                    <a:pt x="218084" y="427130"/>
                  </a:cubicBezTo>
                  <a:close/>
                  <a:moveTo>
                    <a:pt x="449971" y="704402"/>
                  </a:moveTo>
                  <a:lnTo>
                    <a:pt x="428177" y="704402"/>
                  </a:lnTo>
                  <a:lnTo>
                    <a:pt x="285750" y="561975"/>
                  </a:lnTo>
                  <a:lnTo>
                    <a:pt x="285750" y="438341"/>
                  </a:lnTo>
                  <a:lnTo>
                    <a:pt x="301733" y="414871"/>
                  </a:lnTo>
                  <a:cubicBezTo>
                    <a:pt x="305187" y="419560"/>
                    <a:pt x="309337" y="423694"/>
                    <a:pt x="314039" y="427130"/>
                  </a:cubicBezTo>
                  <a:cubicBezTo>
                    <a:pt x="383781" y="477355"/>
                    <a:pt x="439865" y="609600"/>
                    <a:pt x="449971" y="704402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E1148343-614E-2258-1D56-9146D1849631}"/>
                </a:ext>
              </a:extLst>
            </p:cNvPr>
            <p:cNvSpPr/>
            <p:nvPr/>
          </p:nvSpPr>
          <p:spPr>
            <a:xfrm>
              <a:off x="8208447" y="8223376"/>
              <a:ext cx="1083298" cy="747635"/>
            </a:xfrm>
            <a:custGeom>
              <a:avLst/>
              <a:gdLst>
                <a:gd name="csX0" fmla="*/ 550250 w 647699"/>
                <a:gd name="csY0" fmla="*/ 133 h 447008"/>
                <a:gd name="csX1" fmla="*/ 508759 w 647699"/>
                <a:gd name="csY1" fmla="*/ 48711 h 447008"/>
                <a:gd name="csX2" fmla="*/ 587254 w 647699"/>
                <a:gd name="csY2" fmla="*/ 238258 h 447008"/>
                <a:gd name="csX3" fmla="*/ 409137 w 647699"/>
                <a:gd name="csY3" fmla="*/ 238258 h 447008"/>
                <a:gd name="csX4" fmla="*/ 322576 w 647699"/>
                <a:gd name="csY4" fmla="*/ 322271 h 447008"/>
                <a:gd name="csX5" fmla="*/ 238563 w 647699"/>
                <a:gd name="csY5" fmla="*/ 238258 h 447008"/>
                <a:gd name="csX6" fmla="*/ 60265 w 647699"/>
                <a:gd name="csY6" fmla="*/ 238258 h 447008"/>
                <a:gd name="csX7" fmla="*/ 138827 w 647699"/>
                <a:gd name="csY7" fmla="*/ 48577 h 447008"/>
                <a:gd name="csX8" fmla="*/ 97365 w 647699"/>
                <a:gd name="csY8" fmla="*/ 0 h 447008"/>
                <a:gd name="csX9" fmla="*/ 0 w 647699"/>
                <a:gd name="csY9" fmla="*/ 237458 h 447008"/>
                <a:gd name="csX10" fmla="*/ 0 w 647699"/>
                <a:gd name="csY10" fmla="*/ 447008 h 447008"/>
                <a:gd name="csX11" fmla="*/ 647700 w 647699"/>
                <a:gd name="csY11" fmla="*/ 447008 h 447008"/>
                <a:gd name="csX12" fmla="*/ 647700 w 647699"/>
                <a:gd name="csY12" fmla="*/ 237458 h 447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47699" h="447008">
                  <a:moveTo>
                    <a:pt x="550250" y="133"/>
                  </a:moveTo>
                  <a:lnTo>
                    <a:pt x="508759" y="48711"/>
                  </a:lnTo>
                  <a:lnTo>
                    <a:pt x="587254" y="238258"/>
                  </a:lnTo>
                  <a:lnTo>
                    <a:pt x="409137" y="238258"/>
                  </a:lnTo>
                  <a:cubicBezTo>
                    <a:pt x="408433" y="285361"/>
                    <a:pt x="369678" y="322975"/>
                    <a:pt x="322576" y="322271"/>
                  </a:cubicBezTo>
                  <a:cubicBezTo>
                    <a:pt x="276465" y="321581"/>
                    <a:pt x="239253" y="284369"/>
                    <a:pt x="238563" y="238258"/>
                  </a:cubicBezTo>
                  <a:lnTo>
                    <a:pt x="60265" y="238258"/>
                  </a:lnTo>
                  <a:lnTo>
                    <a:pt x="138827" y="48577"/>
                  </a:lnTo>
                  <a:lnTo>
                    <a:pt x="97365" y="0"/>
                  </a:lnTo>
                  <a:lnTo>
                    <a:pt x="0" y="237458"/>
                  </a:lnTo>
                  <a:lnTo>
                    <a:pt x="0" y="447008"/>
                  </a:lnTo>
                  <a:lnTo>
                    <a:pt x="647700" y="447008"/>
                  </a:lnTo>
                  <a:lnTo>
                    <a:pt x="647700" y="237458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D93F6F2C-7201-4B6C-F481-D5890FDAC263}"/>
                </a:ext>
              </a:extLst>
            </p:cNvPr>
            <p:cNvSpPr/>
            <p:nvPr/>
          </p:nvSpPr>
          <p:spPr>
            <a:xfrm>
              <a:off x="8423514" y="7823990"/>
              <a:ext cx="653164" cy="744815"/>
            </a:xfrm>
            <a:custGeom>
              <a:avLst/>
              <a:gdLst>
                <a:gd name="csX0" fmla="*/ 390525 w 390524"/>
                <a:gd name="csY0" fmla="*/ 216722 h 445322"/>
                <a:gd name="csX1" fmla="*/ 271463 w 390524"/>
                <a:gd name="csY1" fmla="*/ 216722 h 445322"/>
                <a:gd name="csX2" fmla="*/ 271463 w 390524"/>
                <a:gd name="csY2" fmla="*/ 0 h 445322"/>
                <a:gd name="csX3" fmla="*/ 119063 w 390524"/>
                <a:gd name="csY3" fmla="*/ 0 h 445322"/>
                <a:gd name="csX4" fmla="*/ 119063 w 390524"/>
                <a:gd name="csY4" fmla="*/ 216722 h 445322"/>
                <a:gd name="csX5" fmla="*/ 0 w 390524"/>
                <a:gd name="csY5" fmla="*/ 216722 h 445322"/>
                <a:gd name="csX6" fmla="*/ 195263 w 390524"/>
                <a:gd name="csY6" fmla="*/ 445322 h 445322"/>
                <a:gd name="csX7" fmla="*/ 390525 w 390524"/>
                <a:gd name="csY7" fmla="*/ 216722 h 445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90524" h="445322">
                  <a:moveTo>
                    <a:pt x="390525" y="216722"/>
                  </a:moveTo>
                  <a:lnTo>
                    <a:pt x="271463" y="216722"/>
                  </a:lnTo>
                  <a:lnTo>
                    <a:pt x="271463" y="0"/>
                  </a:lnTo>
                  <a:lnTo>
                    <a:pt x="119063" y="0"/>
                  </a:lnTo>
                  <a:lnTo>
                    <a:pt x="119063" y="216722"/>
                  </a:lnTo>
                  <a:lnTo>
                    <a:pt x="0" y="216722"/>
                  </a:lnTo>
                  <a:lnTo>
                    <a:pt x="195263" y="445322"/>
                  </a:lnTo>
                  <a:lnTo>
                    <a:pt x="390525" y="216722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BBE1479D-4009-6904-E424-6CBADA1FBF77}"/>
                </a:ext>
              </a:extLst>
            </p:cNvPr>
            <p:cNvSpPr/>
            <p:nvPr/>
          </p:nvSpPr>
          <p:spPr>
            <a:xfrm>
              <a:off x="8037049" y="4480103"/>
              <a:ext cx="266364" cy="111697"/>
            </a:xfrm>
            <a:custGeom>
              <a:avLst/>
              <a:gdLst>
                <a:gd name="csX0" fmla="*/ 0 w 159258"/>
                <a:gd name="csY0" fmla="*/ 0 h 66783"/>
                <a:gd name="csX1" fmla="*/ 93726 w 159258"/>
                <a:gd name="csY1" fmla="*/ 65532 h 66783"/>
                <a:gd name="csX2" fmla="*/ 159258 w 159258"/>
                <a:gd name="csY2" fmla="*/ 0 h 66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9258" h="66783">
                  <a:moveTo>
                    <a:pt x="0" y="0"/>
                  </a:moveTo>
                  <a:cubicBezTo>
                    <a:pt x="7786" y="43978"/>
                    <a:pt x="49748" y="73318"/>
                    <a:pt x="93726" y="65532"/>
                  </a:cubicBezTo>
                  <a:cubicBezTo>
                    <a:pt x="127162" y="59612"/>
                    <a:pt x="153338" y="33436"/>
                    <a:pt x="159258" y="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E25179D8-ADF2-2CF2-2C9D-4CD8FA1CE089}"/>
                </a:ext>
              </a:extLst>
            </p:cNvPr>
            <p:cNvSpPr/>
            <p:nvPr/>
          </p:nvSpPr>
          <p:spPr>
            <a:xfrm>
              <a:off x="7974840" y="4018108"/>
              <a:ext cx="524881" cy="111516"/>
            </a:xfrm>
            <a:custGeom>
              <a:avLst/>
              <a:gdLst>
                <a:gd name="csX0" fmla="*/ 309895 w 313824"/>
                <a:gd name="csY0" fmla="*/ 66675 h 66675"/>
                <a:gd name="csX1" fmla="*/ 40623 w 313824"/>
                <a:gd name="csY1" fmla="*/ 66675 h 66675"/>
                <a:gd name="csX2" fmla="*/ 999 w 313824"/>
                <a:gd name="csY2" fmla="*/ 33338 h 66675"/>
                <a:gd name="csX3" fmla="*/ 8905 w 313824"/>
                <a:gd name="csY3" fmla="*/ 0 h 66675"/>
                <a:gd name="csX4" fmla="*/ 270271 w 313824"/>
                <a:gd name="csY4" fmla="*/ 0 h 66675"/>
                <a:gd name="csX5" fmla="*/ 309895 w 313824"/>
                <a:gd name="csY5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13824" h="66675">
                  <a:moveTo>
                    <a:pt x="309895" y="66675"/>
                  </a:moveTo>
                  <a:lnTo>
                    <a:pt x="40623" y="66675"/>
                  </a:lnTo>
                  <a:cubicBezTo>
                    <a:pt x="27669" y="66675"/>
                    <a:pt x="999" y="58388"/>
                    <a:pt x="999" y="33338"/>
                  </a:cubicBezTo>
                  <a:cubicBezTo>
                    <a:pt x="999" y="33338"/>
                    <a:pt x="-4144" y="0"/>
                    <a:pt x="8905" y="0"/>
                  </a:cubicBezTo>
                  <a:lnTo>
                    <a:pt x="270271" y="0"/>
                  </a:lnTo>
                  <a:cubicBezTo>
                    <a:pt x="301894" y="0"/>
                    <a:pt x="322944" y="66675"/>
                    <a:pt x="309895" y="66675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ED9F5CC-9695-1852-694E-3F1C53641CD7}"/>
                </a:ext>
              </a:extLst>
            </p:cNvPr>
            <p:cNvSpPr/>
            <p:nvPr/>
          </p:nvSpPr>
          <p:spPr>
            <a:xfrm>
              <a:off x="7869297" y="3906580"/>
              <a:ext cx="1332934" cy="621487"/>
            </a:xfrm>
            <a:custGeom>
              <a:avLst/>
              <a:gdLst>
                <a:gd name="csX0" fmla="*/ 666845 w 796956"/>
                <a:gd name="csY0" fmla="*/ 156407 h 371585"/>
                <a:gd name="csX1" fmla="*/ 632460 w 796956"/>
                <a:gd name="csY1" fmla="*/ 74397 h 371585"/>
                <a:gd name="csX2" fmla="*/ 644938 w 796956"/>
                <a:gd name="csY2" fmla="*/ 76207 h 371585"/>
                <a:gd name="csX3" fmla="*/ 689515 w 796956"/>
                <a:gd name="csY3" fmla="*/ 76207 h 371585"/>
                <a:gd name="csX4" fmla="*/ 689515 w 796956"/>
                <a:gd name="csY4" fmla="*/ 7 h 371585"/>
                <a:gd name="csX5" fmla="*/ 644938 w 796956"/>
                <a:gd name="csY5" fmla="*/ 7 h 371585"/>
                <a:gd name="csX6" fmla="*/ 607314 w 796956"/>
                <a:gd name="csY6" fmla="*/ 19057 h 371585"/>
                <a:gd name="csX7" fmla="*/ 527590 w 796956"/>
                <a:gd name="csY7" fmla="*/ 19057 h 371585"/>
                <a:gd name="csX8" fmla="*/ 527590 w 796956"/>
                <a:gd name="csY8" fmla="*/ 57157 h 371585"/>
                <a:gd name="csX9" fmla="*/ 584740 w 796956"/>
                <a:gd name="csY9" fmla="*/ 57157 h 371585"/>
                <a:gd name="csX10" fmla="*/ 599027 w 796956"/>
                <a:gd name="csY10" fmla="*/ 166599 h 371585"/>
                <a:gd name="csX11" fmla="*/ 597884 w 796956"/>
                <a:gd name="csY11" fmla="*/ 182982 h 371585"/>
                <a:gd name="csX12" fmla="*/ 597884 w 796956"/>
                <a:gd name="csY12" fmla="*/ 183744 h 371585"/>
                <a:gd name="csX13" fmla="*/ 597884 w 796956"/>
                <a:gd name="csY13" fmla="*/ 185744 h 371585"/>
                <a:gd name="csX14" fmla="*/ 465742 w 796956"/>
                <a:gd name="csY14" fmla="*/ 289447 h 371585"/>
                <a:gd name="csX15" fmla="*/ 361283 w 796956"/>
                <a:gd name="csY15" fmla="*/ 166694 h 371585"/>
                <a:gd name="csX16" fmla="*/ 361283 w 796956"/>
                <a:gd name="csY16" fmla="*/ 162027 h 371585"/>
                <a:gd name="csX17" fmla="*/ 98870 w 796956"/>
                <a:gd name="csY17" fmla="*/ 162027 h 371585"/>
                <a:gd name="csX18" fmla="*/ 49435 w 796956"/>
                <a:gd name="csY18" fmla="*/ 271184 h 371585"/>
                <a:gd name="csX19" fmla="*/ 50578 w 796956"/>
                <a:gd name="csY19" fmla="*/ 276232 h 371585"/>
                <a:gd name="csX20" fmla="*/ 16097 w 796956"/>
                <a:gd name="csY20" fmla="*/ 276232 h 371585"/>
                <a:gd name="csX21" fmla="*/ 0 w 796956"/>
                <a:gd name="csY21" fmla="*/ 314332 h 371585"/>
                <a:gd name="csX22" fmla="*/ 325088 w 796956"/>
                <a:gd name="csY22" fmla="*/ 314332 h 371585"/>
                <a:gd name="csX23" fmla="*/ 327660 w 796956"/>
                <a:gd name="csY23" fmla="*/ 318332 h 371585"/>
                <a:gd name="csX24" fmla="*/ 349187 w 796956"/>
                <a:gd name="csY24" fmla="*/ 345288 h 371585"/>
                <a:gd name="csX25" fmla="*/ 403765 w 796956"/>
                <a:gd name="csY25" fmla="*/ 371482 h 371585"/>
                <a:gd name="csX26" fmla="*/ 603028 w 796956"/>
                <a:gd name="csY26" fmla="*/ 371482 h 371585"/>
                <a:gd name="csX27" fmla="*/ 663101 w 796956"/>
                <a:gd name="csY27" fmla="*/ 228841 h 371585"/>
                <a:gd name="csX28" fmla="*/ 793528 w 796956"/>
                <a:gd name="csY28" fmla="*/ 266707 h 371585"/>
                <a:gd name="csX29" fmla="*/ 796957 w 796956"/>
                <a:gd name="csY29" fmla="*/ 266707 h 371585"/>
                <a:gd name="csX30" fmla="*/ 666845 w 796956"/>
                <a:gd name="csY30" fmla="*/ 156407 h 371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796956" h="371585">
                  <a:moveTo>
                    <a:pt x="666845" y="156407"/>
                  </a:moveTo>
                  <a:lnTo>
                    <a:pt x="632460" y="74397"/>
                  </a:lnTo>
                  <a:cubicBezTo>
                    <a:pt x="636523" y="75538"/>
                    <a:pt x="640718" y="76146"/>
                    <a:pt x="644938" y="76207"/>
                  </a:cubicBezTo>
                  <a:lnTo>
                    <a:pt x="689515" y="76207"/>
                  </a:lnTo>
                  <a:lnTo>
                    <a:pt x="689515" y="7"/>
                  </a:lnTo>
                  <a:lnTo>
                    <a:pt x="644938" y="7"/>
                  </a:lnTo>
                  <a:cubicBezTo>
                    <a:pt x="630019" y="-250"/>
                    <a:pt x="615937" y="6880"/>
                    <a:pt x="607314" y="19057"/>
                  </a:cubicBezTo>
                  <a:lnTo>
                    <a:pt x="527590" y="19057"/>
                  </a:lnTo>
                  <a:lnTo>
                    <a:pt x="527590" y="57157"/>
                  </a:lnTo>
                  <a:lnTo>
                    <a:pt x="584740" y="57157"/>
                  </a:lnTo>
                  <a:cubicBezTo>
                    <a:pt x="597408" y="89351"/>
                    <a:pt x="599027" y="136405"/>
                    <a:pt x="599027" y="166599"/>
                  </a:cubicBezTo>
                  <a:cubicBezTo>
                    <a:pt x="598985" y="172079"/>
                    <a:pt x="598603" y="177550"/>
                    <a:pt x="597884" y="182982"/>
                  </a:cubicBezTo>
                  <a:lnTo>
                    <a:pt x="597884" y="183744"/>
                  </a:lnTo>
                  <a:cubicBezTo>
                    <a:pt x="598083" y="184395"/>
                    <a:pt x="598083" y="185093"/>
                    <a:pt x="597884" y="185744"/>
                  </a:cubicBezTo>
                  <a:cubicBezTo>
                    <a:pt x="590031" y="250871"/>
                    <a:pt x="530869" y="297300"/>
                    <a:pt x="465742" y="289447"/>
                  </a:cubicBezTo>
                  <a:cubicBezTo>
                    <a:pt x="404239" y="282031"/>
                    <a:pt x="358764" y="228592"/>
                    <a:pt x="361283" y="166694"/>
                  </a:cubicBezTo>
                  <a:cubicBezTo>
                    <a:pt x="361283" y="165075"/>
                    <a:pt x="361283" y="163551"/>
                    <a:pt x="361283" y="162027"/>
                  </a:cubicBezTo>
                  <a:lnTo>
                    <a:pt x="98870" y="162027"/>
                  </a:lnTo>
                  <a:cubicBezTo>
                    <a:pt x="65315" y="187967"/>
                    <a:pt x="46798" y="228852"/>
                    <a:pt x="49435" y="271184"/>
                  </a:cubicBezTo>
                  <a:cubicBezTo>
                    <a:pt x="49521" y="272920"/>
                    <a:pt x="49908" y="274628"/>
                    <a:pt x="50578" y="276232"/>
                  </a:cubicBezTo>
                  <a:lnTo>
                    <a:pt x="16097" y="276232"/>
                  </a:lnTo>
                  <a:lnTo>
                    <a:pt x="0" y="314332"/>
                  </a:lnTo>
                  <a:lnTo>
                    <a:pt x="325088" y="314332"/>
                  </a:lnTo>
                  <a:cubicBezTo>
                    <a:pt x="325946" y="315665"/>
                    <a:pt x="326708" y="317094"/>
                    <a:pt x="327660" y="318332"/>
                  </a:cubicBezTo>
                  <a:lnTo>
                    <a:pt x="349187" y="345288"/>
                  </a:lnTo>
                  <a:cubicBezTo>
                    <a:pt x="361664" y="362824"/>
                    <a:pt x="382278" y="372716"/>
                    <a:pt x="403765" y="371482"/>
                  </a:cubicBezTo>
                  <a:lnTo>
                    <a:pt x="603028" y="371482"/>
                  </a:lnTo>
                  <a:cubicBezTo>
                    <a:pt x="580228" y="315503"/>
                    <a:pt x="607124" y="251641"/>
                    <a:pt x="663101" y="228841"/>
                  </a:cubicBezTo>
                  <a:cubicBezTo>
                    <a:pt x="710097" y="209699"/>
                    <a:pt x="764089" y="225374"/>
                    <a:pt x="793528" y="266707"/>
                  </a:cubicBezTo>
                  <a:lnTo>
                    <a:pt x="796957" y="266707"/>
                  </a:lnTo>
                  <a:cubicBezTo>
                    <a:pt x="780002" y="190983"/>
                    <a:pt x="715899" y="165075"/>
                    <a:pt x="666845" y="156407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24DEFC1B-3CFB-10B4-BE23-8928FA188DD0}"/>
                </a:ext>
              </a:extLst>
            </p:cNvPr>
            <p:cNvSpPr/>
            <p:nvPr/>
          </p:nvSpPr>
          <p:spPr>
            <a:xfrm>
              <a:off x="8911018" y="4320953"/>
              <a:ext cx="270825" cy="270823"/>
            </a:xfrm>
            <a:custGeom>
              <a:avLst/>
              <a:gdLst>
                <a:gd name="csX0" fmla="*/ 161925 w 161925"/>
                <a:gd name="csY0" fmla="*/ 80962 h 161924"/>
                <a:gd name="csX1" fmla="*/ 80963 w 161925"/>
                <a:gd name="csY1" fmla="*/ 161925 h 161924"/>
                <a:gd name="csX2" fmla="*/ 0 w 161925"/>
                <a:gd name="csY2" fmla="*/ 80962 h 161924"/>
                <a:gd name="csX3" fmla="*/ 80963 w 161925"/>
                <a:gd name="csY3" fmla="*/ 0 h 161924"/>
                <a:gd name="csX4" fmla="*/ 161925 w 161925"/>
                <a:gd name="csY4" fmla="*/ 80962 h 161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1925" h="161924">
                  <a:moveTo>
                    <a:pt x="161925" y="80962"/>
                  </a:moveTo>
                  <a:cubicBezTo>
                    <a:pt x="161925" y="125677"/>
                    <a:pt x="125677" y="161925"/>
                    <a:pt x="80963" y="161925"/>
                  </a:cubicBezTo>
                  <a:cubicBezTo>
                    <a:pt x="36248" y="161925"/>
                    <a:pt x="0" y="125677"/>
                    <a:pt x="0" y="80962"/>
                  </a:cubicBezTo>
                  <a:cubicBezTo>
                    <a:pt x="0" y="36248"/>
                    <a:pt x="36248" y="0"/>
                    <a:pt x="80963" y="0"/>
                  </a:cubicBezTo>
                  <a:cubicBezTo>
                    <a:pt x="125677" y="0"/>
                    <a:pt x="161925" y="36248"/>
                    <a:pt x="161925" y="80962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52D1E298-0390-D479-9DC3-F647E0627B74}"/>
                </a:ext>
              </a:extLst>
            </p:cNvPr>
            <p:cNvSpPr/>
            <p:nvPr/>
          </p:nvSpPr>
          <p:spPr>
            <a:xfrm>
              <a:off x="4894374" y="10543328"/>
              <a:ext cx="95585" cy="127447"/>
            </a:xfrm>
            <a:custGeom>
              <a:avLst/>
              <a:gdLst>
                <a:gd name="csX0" fmla="*/ 0 w 57150"/>
                <a:gd name="csY0" fmla="*/ 0 h 76200"/>
                <a:gd name="csX1" fmla="*/ 57150 w 57150"/>
                <a:gd name="csY1" fmla="*/ 0 h 76200"/>
                <a:gd name="csX2" fmla="*/ 57150 w 57150"/>
                <a:gd name="csY2" fmla="*/ 76200 h 76200"/>
                <a:gd name="csX3" fmla="*/ 0 w 57150"/>
                <a:gd name="csY3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50" h="76200">
                  <a:moveTo>
                    <a:pt x="0" y="0"/>
                  </a:moveTo>
                  <a:lnTo>
                    <a:pt x="57150" y="0"/>
                  </a:lnTo>
                  <a:lnTo>
                    <a:pt x="57150" y="76200"/>
                  </a:lnTo>
                  <a:lnTo>
                    <a:pt x="0" y="7620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772F3E5-0624-49ED-E1F6-23E8FDFCFD68}"/>
                </a:ext>
              </a:extLst>
            </p:cNvPr>
            <p:cNvSpPr/>
            <p:nvPr/>
          </p:nvSpPr>
          <p:spPr>
            <a:xfrm>
              <a:off x="4894374" y="10734499"/>
              <a:ext cx="95585" cy="95585"/>
            </a:xfrm>
            <a:custGeom>
              <a:avLst/>
              <a:gdLst>
                <a:gd name="csX0" fmla="*/ 0 w 57150"/>
                <a:gd name="csY0" fmla="*/ 0 h 57150"/>
                <a:gd name="csX1" fmla="*/ 57150 w 57150"/>
                <a:gd name="csY1" fmla="*/ 0 h 57150"/>
                <a:gd name="csX2" fmla="*/ 57150 w 57150"/>
                <a:gd name="csY2" fmla="*/ 57150 h 57150"/>
                <a:gd name="csX3" fmla="*/ 0 w 57150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68D61175-4F38-460A-11FB-F2424DE45A6D}"/>
                </a:ext>
              </a:extLst>
            </p:cNvPr>
            <p:cNvSpPr/>
            <p:nvPr/>
          </p:nvSpPr>
          <p:spPr>
            <a:xfrm>
              <a:off x="5053684" y="10734499"/>
              <a:ext cx="461995" cy="95585"/>
            </a:xfrm>
            <a:custGeom>
              <a:avLst/>
              <a:gdLst>
                <a:gd name="csX0" fmla="*/ 0 w 276225"/>
                <a:gd name="csY0" fmla="*/ 0 h 57150"/>
                <a:gd name="csX1" fmla="*/ 276225 w 276225"/>
                <a:gd name="csY1" fmla="*/ 0 h 57150"/>
                <a:gd name="csX2" fmla="*/ 276225 w 276225"/>
                <a:gd name="csY2" fmla="*/ 57150 h 57150"/>
                <a:gd name="csX3" fmla="*/ 0 w 276225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6225" h="57150">
                  <a:moveTo>
                    <a:pt x="0" y="0"/>
                  </a:moveTo>
                  <a:lnTo>
                    <a:pt x="276225" y="0"/>
                  </a:lnTo>
                  <a:lnTo>
                    <a:pt x="276225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EFDB9DC-E438-FE4D-6624-2D0E076D22AE}"/>
                </a:ext>
              </a:extLst>
            </p:cNvPr>
            <p:cNvSpPr/>
            <p:nvPr/>
          </p:nvSpPr>
          <p:spPr>
            <a:xfrm>
              <a:off x="4368656" y="10734499"/>
              <a:ext cx="461995" cy="95585"/>
            </a:xfrm>
            <a:custGeom>
              <a:avLst/>
              <a:gdLst>
                <a:gd name="csX0" fmla="*/ 0 w 276225"/>
                <a:gd name="csY0" fmla="*/ 0 h 57150"/>
                <a:gd name="csX1" fmla="*/ 276225 w 276225"/>
                <a:gd name="csY1" fmla="*/ 0 h 57150"/>
                <a:gd name="csX2" fmla="*/ 276225 w 276225"/>
                <a:gd name="csY2" fmla="*/ 57150 h 57150"/>
                <a:gd name="csX3" fmla="*/ 0 w 276225"/>
                <a:gd name="csY3" fmla="*/ 5715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6225" h="57150">
                  <a:moveTo>
                    <a:pt x="0" y="0"/>
                  </a:moveTo>
                  <a:lnTo>
                    <a:pt x="276225" y="0"/>
                  </a:lnTo>
                  <a:lnTo>
                    <a:pt x="276225" y="57150"/>
                  </a:lnTo>
                  <a:lnTo>
                    <a:pt x="0" y="57150"/>
                  </a:ln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0AAC72EB-C4D6-B10E-E6FC-54C50BABA41B}"/>
                </a:ext>
              </a:extLst>
            </p:cNvPr>
            <p:cNvSpPr/>
            <p:nvPr/>
          </p:nvSpPr>
          <p:spPr>
            <a:xfrm>
              <a:off x="4432379" y="10288435"/>
              <a:ext cx="1019576" cy="254894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0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0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0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0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D3CBF21C-FFBE-8C2A-5F47-D479BE0D74F3}"/>
                </a:ext>
              </a:extLst>
            </p:cNvPr>
            <p:cNvSpPr/>
            <p:nvPr/>
          </p:nvSpPr>
          <p:spPr>
            <a:xfrm>
              <a:off x="4432379" y="9969817"/>
              <a:ext cx="1019576" cy="254894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0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0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0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0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2C935BC7-46BB-8C44-D2B7-C8419148A1D4}"/>
                </a:ext>
              </a:extLst>
            </p:cNvPr>
            <p:cNvSpPr/>
            <p:nvPr/>
          </p:nvSpPr>
          <p:spPr>
            <a:xfrm>
              <a:off x="4432379" y="9651200"/>
              <a:ext cx="1019576" cy="254894"/>
            </a:xfrm>
            <a:custGeom>
              <a:avLst/>
              <a:gdLst>
                <a:gd name="csX0" fmla="*/ 575501 w 609600"/>
                <a:gd name="csY0" fmla="*/ 0 h 152400"/>
                <a:gd name="csX1" fmla="*/ 34100 w 609600"/>
                <a:gd name="csY1" fmla="*/ 0 h 152400"/>
                <a:gd name="csX2" fmla="*/ 0 w 609600"/>
                <a:gd name="csY2" fmla="*/ 34100 h 152400"/>
                <a:gd name="csX3" fmla="*/ 0 w 609600"/>
                <a:gd name="csY3" fmla="*/ 118301 h 152400"/>
                <a:gd name="csX4" fmla="*/ 34100 w 609600"/>
                <a:gd name="csY4" fmla="*/ 152400 h 152400"/>
                <a:gd name="csX5" fmla="*/ 575501 w 609600"/>
                <a:gd name="csY5" fmla="*/ 152400 h 152400"/>
                <a:gd name="csX6" fmla="*/ 609600 w 609600"/>
                <a:gd name="csY6" fmla="*/ 118301 h 152400"/>
                <a:gd name="csX7" fmla="*/ 609600 w 609600"/>
                <a:gd name="csY7" fmla="*/ 34100 h 152400"/>
                <a:gd name="csX8" fmla="*/ 575501 w 609600"/>
                <a:gd name="csY8" fmla="*/ 0 h 152400"/>
                <a:gd name="csX9" fmla="*/ 95250 w 609600"/>
                <a:gd name="csY9" fmla="*/ 95250 h 152400"/>
                <a:gd name="csX10" fmla="*/ 76200 w 609600"/>
                <a:gd name="csY10" fmla="*/ 76200 h 152400"/>
                <a:gd name="csX11" fmla="*/ 95250 w 609600"/>
                <a:gd name="csY11" fmla="*/ 57150 h 152400"/>
                <a:gd name="csX12" fmla="*/ 114300 w 609600"/>
                <a:gd name="csY12" fmla="*/ 76200 h 152400"/>
                <a:gd name="csX13" fmla="*/ 95250 w 609600"/>
                <a:gd name="csY13" fmla="*/ 95250 h 152400"/>
                <a:gd name="csX14" fmla="*/ 190500 w 609600"/>
                <a:gd name="csY14" fmla="*/ 95250 h 152400"/>
                <a:gd name="csX15" fmla="*/ 171450 w 609600"/>
                <a:gd name="csY15" fmla="*/ 76200 h 152400"/>
                <a:gd name="csX16" fmla="*/ 190500 w 609600"/>
                <a:gd name="csY16" fmla="*/ 57150 h 152400"/>
                <a:gd name="csX17" fmla="*/ 209550 w 609600"/>
                <a:gd name="csY17" fmla="*/ 76200 h 152400"/>
                <a:gd name="csX18" fmla="*/ 190500 w 609600"/>
                <a:gd name="csY18" fmla="*/ 95250 h 152400"/>
                <a:gd name="csX19" fmla="*/ 285750 w 609600"/>
                <a:gd name="csY19" fmla="*/ 95250 h 152400"/>
                <a:gd name="csX20" fmla="*/ 266700 w 609600"/>
                <a:gd name="csY20" fmla="*/ 76200 h 152400"/>
                <a:gd name="csX21" fmla="*/ 285750 w 609600"/>
                <a:gd name="csY21" fmla="*/ 57150 h 152400"/>
                <a:gd name="csX22" fmla="*/ 304800 w 609600"/>
                <a:gd name="csY22" fmla="*/ 76200 h 152400"/>
                <a:gd name="csX23" fmla="*/ 285750 w 609600"/>
                <a:gd name="csY23" fmla="*/ 9525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09600" h="152400">
                  <a:moveTo>
                    <a:pt x="575501" y="0"/>
                  </a:moveTo>
                  <a:lnTo>
                    <a:pt x="34100" y="0"/>
                  </a:lnTo>
                  <a:cubicBezTo>
                    <a:pt x="15267" y="0"/>
                    <a:pt x="0" y="15267"/>
                    <a:pt x="0" y="34100"/>
                  </a:cubicBezTo>
                  <a:lnTo>
                    <a:pt x="0" y="118301"/>
                  </a:lnTo>
                  <a:cubicBezTo>
                    <a:pt x="0" y="137133"/>
                    <a:pt x="15267" y="152400"/>
                    <a:pt x="34100" y="152400"/>
                  </a:cubicBezTo>
                  <a:lnTo>
                    <a:pt x="575501" y="152400"/>
                  </a:lnTo>
                  <a:cubicBezTo>
                    <a:pt x="594333" y="152400"/>
                    <a:pt x="609600" y="137133"/>
                    <a:pt x="609600" y="118301"/>
                  </a:cubicBezTo>
                  <a:lnTo>
                    <a:pt x="609600" y="34100"/>
                  </a:lnTo>
                  <a:cubicBezTo>
                    <a:pt x="609600" y="15267"/>
                    <a:pt x="594333" y="0"/>
                    <a:pt x="575501" y="0"/>
                  </a:cubicBezTo>
                  <a:close/>
                  <a:moveTo>
                    <a:pt x="95250" y="95250"/>
                  </a:moveTo>
                  <a:cubicBezTo>
                    <a:pt x="84729" y="95250"/>
                    <a:pt x="76200" y="86721"/>
                    <a:pt x="76200" y="76200"/>
                  </a:cubicBezTo>
                  <a:cubicBezTo>
                    <a:pt x="76200" y="65679"/>
                    <a:pt x="84729" y="57150"/>
                    <a:pt x="95250" y="57150"/>
                  </a:cubicBezTo>
                  <a:cubicBezTo>
                    <a:pt x="105771" y="57150"/>
                    <a:pt x="114300" y="65679"/>
                    <a:pt x="114300" y="76200"/>
                  </a:cubicBezTo>
                  <a:cubicBezTo>
                    <a:pt x="114300" y="86721"/>
                    <a:pt x="105771" y="95250"/>
                    <a:pt x="95250" y="95250"/>
                  </a:cubicBezTo>
                  <a:close/>
                  <a:moveTo>
                    <a:pt x="190500" y="95250"/>
                  </a:moveTo>
                  <a:cubicBezTo>
                    <a:pt x="179979" y="95250"/>
                    <a:pt x="171450" y="86721"/>
                    <a:pt x="171450" y="76200"/>
                  </a:cubicBezTo>
                  <a:cubicBezTo>
                    <a:pt x="171450" y="65679"/>
                    <a:pt x="179979" y="57150"/>
                    <a:pt x="190500" y="57150"/>
                  </a:cubicBezTo>
                  <a:cubicBezTo>
                    <a:pt x="201021" y="57150"/>
                    <a:pt x="209550" y="65679"/>
                    <a:pt x="209550" y="76200"/>
                  </a:cubicBezTo>
                  <a:cubicBezTo>
                    <a:pt x="209550" y="86721"/>
                    <a:pt x="201021" y="95250"/>
                    <a:pt x="190500" y="95250"/>
                  </a:cubicBezTo>
                  <a:close/>
                  <a:moveTo>
                    <a:pt x="285750" y="95250"/>
                  </a:moveTo>
                  <a:cubicBezTo>
                    <a:pt x="275229" y="95250"/>
                    <a:pt x="266700" y="86721"/>
                    <a:pt x="266700" y="76200"/>
                  </a:cubicBezTo>
                  <a:cubicBezTo>
                    <a:pt x="266700" y="65679"/>
                    <a:pt x="275229" y="57150"/>
                    <a:pt x="285750" y="57150"/>
                  </a:cubicBezTo>
                  <a:cubicBezTo>
                    <a:pt x="296271" y="57150"/>
                    <a:pt x="304800" y="65679"/>
                    <a:pt x="304800" y="76200"/>
                  </a:cubicBezTo>
                  <a:cubicBezTo>
                    <a:pt x="304800" y="86721"/>
                    <a:pt x="296271" y="95250"/>
                    <a:pt x="285750" y="95250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2147BD4-1BB2-0F7B-B119-E049FFF3C5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2068" y="7823991"/>
              <a:ext cx="0" cy="4788776"/>
            </a:xfrm>
            <a:prstGeom prst="line">
              <a:avLst/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图形 9" descr="头上的大脑 纯色填充">
              <a:extLst>
                <a:ext uri="{FF2B5EF4-FFF2-40B4-BE49-F238E27FC236}">
                  <a16:creationId xmlns:a16="http://schemas.microsoft.com/office/drawing/2014/main" id="{B224E7DD-56C1-07FA-CD5A-15650C10CF0E}"/>
                </a:ext>
              </a:extLst>
            </p:cNvPr>
            <p:cNvSpPr/>
            <p:nvPr/>
          </p:nvSpPr>
          <p:spPr>
            <a:xfrm>
              <a:off x="5228465" y="4975187"/>
              <a:ext cx="2519046" cy="2962275"/>
            </a:xfrm>
            <a:custGeom>
              <a:avLst/>
              <a:gdLst>
                <a:gd name="csX0" fmla="*/ 1012204 w 1506127"/>
                <a:gd name="csY0" fmla="*/ 726165 h 1771133"/>
                <a:gd name="csX1" fmla="*/ 815166 w 1506127"/>
                <a:gd name="csY1" fmla="*/ 726165 h 1771133"/>
                <a:gd name="csX2" fmla="*/ 662406 w 1506127"/>
                <a:gd name="csY2" fmla="*/ 876711 h 1771133"/>
                <a:gd name="csX3" fmla="*/ 662406 w 1506127"/>
                <a:gd name="csY3" fmla="*/ 1040541 h 1771133"/>
                <a:gd name="csX4" fmla="*/ 562779 w 1506127"/>
                <a:gd name="csY4" fmla="*/ 1040541 h 1771133"/>
                <a:gd name="csX5" fmla="*/ 562779 w 1506127"/>
                <a:gd name="csY5" fmla="*/ 909920 h 1771133"/>
                <a:gd name="csX6" fmla="*/ 531785 w 1506127"/>
                <a:gd name="csY6" fmla="*/ 766015 h 1771133"/>
                <a:gd name="csX7" fmla="*/ 465367 w 1506127"/>
                <a:gd name="csY7" fmla="*/ 708453 h 1771133"/>
                <a:gd name="csX8" fmla="*/ 416661 w 1506127"/>
                <a:gd name="csY8" fmla="*/ 666389 h 1771133"/>
                <a:gd name="csX9" fmla="*/ 401163 w 1506127"/>
                <a:gd name="csY9" fmla="*/ 635394 h 1771133"/>
                <a:gd name="csX10" fmla="*/ 483078 w 1506127"/>
                <a:gd name="csY10" fmla="*/ 624325 h 1771133"/>
                <a:gd name="csX11" fmla="*/ 507431 w 1506127"/>
                <a:gd name="csY11" fmla="*/ 602185 h 1771133"/>
                <a:gd name="csX12" fmla="*/ 489720 w 1506127"/>
                <a:gd name="csY12" fmla="*/ 573404 h 1771133"/>
                <a:gd name="csX13" fmla="*/ 387880 w 1506127"/>
                <a:gd name="csY13" fmla="*/ 584474 h 1771133"/>
                <a:gd name="csX14" fmla="*/ 385666 w 1506127"/>
                <a:gd name="csY14" fmla="*/ 573404 h 1771133"/>
                <a:gd name="csX15" fmla="*/ 392308 w 1506127"/>
                <a:gd name="csY15" fmla="*/ 513629 h 1771133"/>
                <a:gd name="csX16" fmla="*/ 496362 w 1506127"/>
                <a:gd name="csY16" fmla="*/ 431714 h 1771133"/>
                <a:gd name="csX17" fmla="*/ 522929 w 1506127"/>
                <a:gd name="csY17" fmla="*/ 425072 h 1771133"/>
                <a:gd name="csX18" fmla="*/ 529571 w 1506127"/>
                <a:gd name="csY18" fmla="*/ 422858 h 1771133"/>
                <a:gd name="csX19" fmla="*/ 531785 w 1506127"/>
                <a:gd name="csY19" fmla="*/ 422858 h 1771133"/>
                <a:gd name="csX20" fmla="*/ 560565 w 1506127"/>
                <a:gd name="csY20" fmla="*/ 429500 h 1771133"/>
                <a:gd name="csX21" fmla="*/ 571635 w 1506127"/>
                <a:gd name="csY21" fmla="*/ 431714 h 1771133"/>
                <a:gd name="csX22" fmla="*/ 584919 w 1506127"/>
                <a:gd name="csY22" fmla="*/ 433928 h 1771133"/>
                <a:gd name="csX23" fmla="*/ 615913 w 1506127"/>
                <a:gd name="csY23" fmla="*/ 526912 h 1771133"/>
                <a:gd name="csX24" fmla="*/ 571635 w 1506127"/>
                <a:gd name="csY24" fmla="*/ 613255 h 1771133"/>
                <a:gd name="csX25" fmla="*/ 569421 w 1506127"/>
                <a:gd name="csY25" fmla="*/ 648678 h 1771133"/>
                <a:gd name="csX26" fmla="*/ 602630 w 1506127"/>
                <a:gd name="csY26" fmla="*/ 650892 h 1771133"/>
                <a:gd name="csX27" fmla="*/ 640267 w 1506127"/>
                <a:gd name="csY27" fmla="*/ 604399 h 1771133"/>
                <a:gd name="csX28" fmla="*/ 642480 w 1506127"/>
                <a:gd name="csY28" fmla="*/ 604399 h 1771133"/>
                <a:gd name="csX29" fmla="*/ 750962 w 1506127"/>
                <a:gd name="csY29" fmla="*/ 571191 h 1771133"/>
                <a:gd name="csX30" fmla="*/ 762032 w 1506127"/>
                <a:gd name="csY30" fmla="*/ 555693 h 1771133"/>
                <a:gd name="csX31" fmla="*/ 757604 w 1506127"/>
                <a:gd name="csY31" fmla="*/ 537982 h 1771133"/>
                <a:gd name="csX32" fmla="*/ 724395 w 1506127"/>
                <a:gd name="csY32" fmla="*/ 531340 h 1771133"/>
                <a:gd name="csX33" fmla="*/ 660192 w 1506127"/>
                <a:gd name="csY33" fmla="*/ 553479 h 1771133"/>
                <a:gd name="csX34" fmla="*/ 664620 w 1506127"/>
                <a:gd name="csY34" fmla="*/ 531340 h 1771133"/>
                <a:gd name="csX35" fmla="*/ 651336 w 1506127"/>
                <a:gd name="csY35" fmla="*/ 449425 h 1771133"/>
                <a:gd name="csX36" fmla="*/ 704470 w 1506127"/>
                <a:gd name="csY36" fmla="*/ 453853 h 1771133"/>
                <a:gd name="csX37" fmla="*/ 750962 w 1506127"/>
                <a:gd name="csY37" fmla="*/ 449425 h 1771133"/>
                <a:gd name="csX38" fmla="*/ 861658 w 1506127"/>
                <a:gd name="csY38" fmla="*/ 520270 h 1771133"/>
                <a:gd name="csX39" fmla="*/ 972354 w 1506127"/>
                <a:gd name="csY39" fmla="*/ 648678 h 1771133"/>
                <a:gd name="csX40" fmla="*/ 983424 w 1506127"/>
                <a:gd name="csY40" fmla="*/ 673031 h 1771133"/>
                <a:gd name="csX41" fmla="*/ 1009991 w 1506127"/>
                <a:gd name="csY41" fmla="*/ 673031 h 1771133"/>
                <a:gd name="csX42" fmla="*/ 1021060 w 1506127"/>
                <a:gd name="csY42" fmla="*/ 648678 h 1771133"/>
                <a:gd name="csX43" fmla="*/ 961284 w 1506127"/>
                <a:gd name="csY43" fmla="*/ 526912 h 1771133"/>
                <a:gd name="csX44" fmla="*/ 1038772 w 1506127"/>
                <a:gd name="csY44" fmla="*/ 487062 h 1771133"/>
                <a:gd name="csX45" fmla="*/ 1036558 w 1506127"/>
                <a:gd name="csY45" fmla="*/ 451639 h 1771133"/>
                <a:gd name="csX46" fmla="*/ 1001135 w 1506127"/>
                <a:gd name="csY46" fmla="*/ 453853 h 1771133"/>
                <a:gd name="csX47" fmla="*/ 919220 w 1506127"/>
                <a:gd name="csY47" fmla="*/ 475992 h 1771133"/>
                <a:gd name="csX48" fmla="*/ 804096 w 1506127"/>
                <a:gd name="csY48" fmla="*/ 433928 h 1771133"/>
                <a:gd name="csX49" fmla="*/ 890439 w 1506127"/>
                <a:gd name="csY49" fmla="*/ 358655 h 1771133"/>
                <a:gd name="csX50" fmla="*/ 881583 w 1506127"/>
                <a:gd name="csY50" fmla="*/ 323232 h 1771133"/>
                <a:gd name="csX51" fmla="*/ 848375 w 1506127"/>
                <a:gd name="csY51" fmla="*/ 332088 h 1771133"/>
                <a:gd name="csX52" fmla="*/ 604844 w 1506127"/>
                <a:gd name="csY52" fmla="*/ 389649 h 1771133"/>
                <a:gd name="csX53" fmla="*/ 642480 w 1506127"/>
                <a:gd name="csY53" fmla="*/ 290023 h 1771133"/>
                <a:gd name="csX54" fmla="*/ 629197 w 1506127"/>
                <a:gd name="csY54" fmla="*/ 267884 h 1771133"/>
                <a:gd name="csX55" fmla="*/ 602630 w 1506127"/>
                <a:gd name="csY55" fmla="*/ 270098 h 1771133"/>
                <a:gd name="csX56" fmla="*/ 591560 w 1506127"/>
                <a:gd name="csY56" fmla="*/ 294451 h 1771133"/>
                <a:gd name="csX57" fmla="*/ 511859 w 1506127"/>
                <a:gd name="csY57" fmla="*/ 378580 h 1771133"/>
                <a:gd name="csX58" fmla="*/ 489720 w 1506127"/>
                <a:gd name="csY58" fmla="*/ 385222 h 1771133"/>
                <a:gd name="csX59" fmla="*/ 414447 w 1506127"/>
                <a:gd name="csY59" fmla="*/ 321018 h 1771133"/>
                <a:gd name="csX60" fmla="*/ 390094 w 1506127"/>
                <a:gd name="csY60" fmla="*/ 327660 h 1771133"/>
                <a:gd name="csX61" fmla="*/ 383452 w 1506127"/>
                <a:gd name="csY61" fmla="*/ 354227 h 1771133"/>
                <a:gd name="csX62" fmla="*/ 403377 w 1506127"/>
                <a:gd name="csY62" fmla="*/ 371938 h 1771133"/>
                <a:gd name="csX63" fmla="*/ 443228 w 1506127"/>
                <a:gd name="csY63" fmla="*/ 405147 h 1771133"/>
                <a:gd name="csX64" fmla="*/ 443228 w 1506127"/>
                <a:gd name="csY64" fmla="*/ 407361 h 1771133"/>
                <a:gd name="csX65" fmla="*/ 352457 w 1506127"/>
                <a:gd name="csY65" fmla="*/ 500345 h 1771133"/>
                <a:gd name="csX66" fmla="*/ 345816 w 1506127"/>
                <a:gd name="csY66" fmla="*/ 531340 h 1771133"/>
                <a:gd name="csX67" fmla="*/ 334746 w 1506127"/>
                <a:gd name="csY67" fmla="*/ 515843 h 1771133"/>
                <a:gd name="csX68" fmla="*/ 317035 w 1506127"/>
                <a:gd name="csY68" fmla="*/ 456067 h 1771133"/>
                <a:gd name="csX69" fmla="*/ 301537 w 1506127"/>
                <a:gd name="csY69" fmla="*/ 436142 h 1771133"/>
                <a:gd name="csX70" fmla="*/ 277184 w 1506127"/>
                <a:gd name="csY70" fmla="*/ 440569 h 1771133"/>
                <a:gd name="csX71" fmla="*/ 270542 w 1506127"/>
                <a:gd name="csY71" fmla="*/ 464923 h 1771133"/>
                <a:gd name="csX72" fmla="*/ 294895 w 1506127"/>
                <a:gd name="csY72" fmla="*/ 537982 h 1771133"/>
                <a:gd name="csX73" fmla="*/ 350243 w 1506127"/>
                <a:gd name="csY73" fmla="*/ 588902 h 1771133"/>
                <a:gd name="csX74" fmla="*/ 379024 w 1506127"/>
                <a:gd name="csY74" fmla="*/ 679672 h 1771133"/>
                <a:gd name="csX75" fmla="*/ 321462 w 1506127"/>
                <a:gd name="csY75" fmla="*/ 728379 h 1771133"/>
                <a:gd name="csX76" fmla="*/ 308179 w 1506127"/>
                <a:gd name="csY76" fmla="*/ 750518 h 1771133"/>
                <a:gd name="csX77" fmla="*/ 321462 w 1506127"/>
                <a:gd name="csY77" fmla="*/ 772657 h 1771133"/>
                <a:gd name="csX78" fmla="*/ 345816 w 1506127"/>
                <a:gd name="csY78" fmla="*/ 770443 h 1771133"/>
                <a:gd name="csX79" fmla="*/ 405591 w 1506127"/>
                <a:gd name="csY79" fmla="*/ 719523 h 1771133"/>
                <a:gd name="csX80" fmla="*/ 445442 w 1506127"/>
                <a:gd name="csY80" fmla="*/ 748304 h 1771133"/>
                <a:gd name="csX81" fmla="*/ 503004 w 1506127"/>
                <a:gd name="csY81" fmla="*/ 797010 h 1771133"/>
                <a:gd name="csX82" fmla="*/ 522929 w 1506127"/>
                <a:gd name="csY82" fmla="*/ 907706 h 1771133"/>
                <a:gd name="csX83" fmla="*/ 522929 w 1506127"/>
                <a:gd name="csY83" fmla="*/ 1040541 h 1771133"/>
                <a:gd name="csX84" fmla="*/ 421089 w 1506127"/>
                <a:gd name="csY84" fmla="*/ 1040541 h 1771133"/>
                <a:gd name="csX85" fmla="*/ 332532 w 1506127"/>
                <a:gd name="csY85" fmla="*/ 863428 h 1771133"/>
                <a:gd name="csX86" fmla="*/ 193055 w 1506127"/>
                <a:gd name="csY86" fmla="*/ 715095 h 1771133"/>
                <a:gd name="csX87" fmla="*/ 190841 w 1506127"/>
                <a:gd name="csY87" fmla="*/ 699598 h 1771133"/>
                <a:gd name="csX88" fmla="*/ 197483 w 1506127"/>
                <a:gd name="csY88" fmla="*/ 522484 h 1771133"/>
                <a:gd name="csX89" fmla="*/ 190841 w 1506127"/>
                <a:gd name="csY89" fmla="*/ 475992 h 1771133"/>
                <a:gd name="csX90" fmla="*/ 312607 w 1506127"/>
                <a:gd name="csY90" fmla="*/ 329874 h 1771133"/>
                <a:gd name="csX91" fmla="*/ 456511 w 1506127"/>
                <a:gd name="csY91" fmla="*/ 228033 h 1771133"/>
                <a:gd name="csX92" fmla="*/ 491934 w 1506127"/>
                <a:gd name="csY92" fmla="*/ 232461 h 1771133"/>
                <a:gd name="csX93" fmla="*/ 598202 w 1506127"/>
                <a:gd name="csY93" fmla="*/ 179327 h 1771133"/>
                <a:gd name="csX94" fmla="*/ 711112 w 1506127"/>
                <a:gd name="csY94" fmla="*/ 219178 h 1771133"/>
                <a:gd name="csX95" fmla="*/ 843947 w 1506127"/>
                <a:gd name="csY95" fmla="*/ 199253 h 1771133"/>
                <a:gd name="csX96" fmla="*/ 941359 w 1506127"/>
                <a:gd name="csY96" fmla="*/ 292237 h 1771133"/>
                <a:gd name="csX97" fmla="*/ 950215 w 1506127"/>
                <a:gd name="csY97" fmla="*/ 292237 h 1771133"/>
                <a:gd name="csX98" fmla="*/ 1102975 w 1506127"/>
                <a:gd name="csY98" fmla="*/ 442783 h 1771133"/>
                <a:gd name="csX99" fmla="*/ 1102975 w 1506127"/>
                <a:gd name="csY99" fmla="*/ 449425 h 1771133"/>
                <a:gd name="csX100" fmla="*/ 1178248 w 1506127"/>
                <a:gd name="csY100" fmla="*/ 591116 h 1771133"/>
                <a:gd name="csX101" fmla="*/ 1012204 w 1506127"/>
                <a:gd name="csY101" fmla="*/ 726165 h 1771133"/>
                <a:gd name="csX102" fmla="*/ 1483769 w 1506127"/>
                <a:gd name="csY102" fmla="*/ 958626 h 1771133"/>
                <a:gd name="csX103" fmla="*/ 1331008 w 1506127"/>
                <a:gd name="csY103" fmla="*/ 695170 h 1771133"/>
                <a:gd name="csX104" fmla="*/ 1331008 w 1506127"/>
                <a:gd name="csY104" fmla="*/ 686314 h 1771133"/>
                <a:gd name="csX105" fmla="*/ 1005563 w 1506127"/>
                <a:gd name="csY105" fmla="*/ 92985 h 1771133"/>
                <a:gd name="csX106" fmla="*/ 325890 w 1506127"/>
                <a:gd name="csY106" fmla="*/ 92985 h 1771133"/>
                <a:gd name="csX107" fmla="*/ 445 w 1506127"/>
                <a:gd name="csY107" fmla="*/ 686314 h 1771133"/>
                <a:gd name="csX108" fmla="*/ 261687 w 1506127"/>
                <a:gd name="csY108" fmla="*/ 1217654 h 1771133"/>
                <a:gd name="csX109" fmla="*/ 261687 w 1506127"/>
                <a:gd name="csY109" fmla="*/ 1771133 h 1771133"/>
                <a:gd name="csX110" fmla="*/ 961284 w 1506127"/>
                <a:gd name="csY110" fmla="*/ 1771133 h 1771133"/>
                <a:gd name="csX111" fmla="*/ 961284 w 1506127"/>
                <a:gd name="csY111" fmla="*/ 1507677 h 1771133"/>
                <a:gd name="csX112" fmla="*/ 1069766 w 1506127"/>
                <a:gd name="csY112" fmla="*/ 1507677 h 1771133"/>
                <a:gd name="csX113" fmla="*/ 1255735 w 1506127"/>
                <a:gd name="csY113" fmla="*/ 1430190 h 1771133"/>
                <a:gd name="csX114" fmla="*/ 1331008 w 1506127"/>
                <a:gd name="csY114" fmla="*/ 1244221 h 1771133"/>
                <a:gd name="csX115" fmla="*/ 1331008 w 1506127"/>
                <a:gd name="csY115" fmla="*/ 1111386 h 1771133"/>
                <a:gd name="csX116" fmla="*/ 1428421 w 1506127"/>
                <a:gd name="csY116" fmla="*/ 1111386 h 1771133"/>
                <a:gd name="csX117" fmla="*/ 1483769 w 1506127"/>
                <a:gd name="csY117" fmla="*/ 958626 h 17711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</a:cxnLst>
              <a:rect l="l" t="t" r="r" b="b"/>
              <a:pathLst>
                <a:path w="1506127" h="1771133">
                  <a:moveTo>
                    <a:pt x="1012204" y="726165"/>
                  </a:moveTo>
                  <a:lnTo>
                    <a:pt x="815166" y="726165"/>
                  </a:lnTo>
                  <a:cubicBezTo>
                    <a:pt x="731037" y="726165"/>
                    <a:pt x="662406" y="792582"/>
                    <a:pt x="662406" y="876711"/>
                  </a:cubicBezTo>
                  <a:lnTo>
                    <a:pt x="662406" y="1040541"/>
                  </a:lnTo>
                  <a:lnTo>
                    <a:pt x="562779" y="1040541"/>
                  </a:lnTo>
                  <a:lnTo>
                    <a:pt x="562779" y="909920"/>
                  </a:lnTo>
                  <a:cubicBezTo>
                    <a:pt x="562779" y="863428"/>
                    <a:pt x="564993" y="803652"/>
                    <a:pt x="531785" y="766015"/>
                  </a:cubicBezTo>
                  <a:cubicBezTo>
                    <a:pt x="511859" y="743876"/>
                    <a:pt x="489720" y="726165"/>
                    <a:pt x="465367" y="708453"/>
                  </a:cubicBezTo>
                  <a:cubicBezTo>
                    <a:pt x="447656" y="697384"/>
                    <a:pt x="429944" y="684100"/>
                    <a:pt x="416661" y="666389"/>
                  </a:cubicBezTo>
                  <a:cubicBezTo>
                    <a:pt x="410019" y="657533"/>
                    <a:pt x="405591" y="646464"/>
                    <a:pt x="401163" y="635394"/>
                  </a:cubicBezTo>
                  <a:cubicBezTo>
                    <a:pt x="427730" y="624325"/>
                    <a:pt x="456511" y="622111"/>
                    <a:pt x="483078" y="624325"/>
                  </a:cubicBezTo>
                  <a:cubicBezTo>
                    <a:pt x="496362" y="624325"/>
                    <a:pt x="507431" y="615469"/>
                    <a:pt x="507431" y="602185"/>
                  </a:cubicBezTo>
                  <a:cubicBezTo>
                    <a:pt x="509645" y="588902"/>
                    <a:pt x="500790" y="577832"/>
                    <a:pt x="489720" y="573404"/>
                  </a:cubicBezTo>
                  <a:cubicBezTo>
                    <a:pt x="456511" y="568977"/>
                    <a:pt x="421089" y="573404"/>
                    <a:pt x="387880" y="584474"/>
                  </a:cubicBezTo>
                  <a:cubicBezTo>
                    <a:pt x="387880" y="580046"/>
                    <a:pt x="387880" y="575618"/>
                    <a:pt x="385666" y="573404"/>
                  </a:cubicBezTo>
                  <a:cubicBezTo>
                    <a:pt x="383452" y="553479"/>
                    <a:pt x="387880" y="533554"/>
                    <a:pt x="392308" y="513629"/>
                  </a:cubicBezTo>
                  <a:cubicBezTo>
                    <a:pt x="410019" y="467136"/>
                    <a:pt x="454297" y="447211"/>
                    <a:pt x="496362" y="431714"/>
                  </a:cubicBezTo>
                  <a:cubicBezTo>
                    <a:pt x="503004" y="429500"/>
                    <a:pt x="511859" y="427286"/>
                    <a:pt x="522929" y="425072"/>
                  </a:cubicBezTo>
                  <a:lnTo>
                    <a:pt x="529571" y="422858"/>
                  </a:lnTo>
                  <a:lnTo>
                    <a:pt x="531785" y="422858"/>
                  </a:lnTo>
                  <a:cubicBezTo>
                    <a:pt x="542854" y="425072"/>
                    <a:pt x="551710" y="427286"/>
                    <a:pt x="560565" y="429500"/>
                  </a:cubicBezTo>
                  <a:lnTo>
                    <a:pt x="571635" y="431714"/>
                  </a:lnTo>
                  <a:lnTo>
                    <a:pt x="584919" y="433928"/>
                  </a:lnTo>
                  <a:cubicBezTo>
                    <a:pt x="607058" y="460495"/>
                    <a:pt x="618127" y="493703"/>
                    <a:pt x="615913" y="526912"/>
                  </a:cubicBezTo>
                  <a:cubicBezTo>
                    <a:pt x="613699" y="560121"/>
                    <a:pt x="598202" y="591116"/>
                    <a:pt x="571635" y="613255"/>
                  </a:cubicBezTo>
                  <a:cubicBezTo>
                    <a:pt x="562779" y="622111"/>
                    <a:pt x="560565" y="637608"/>
                    <a:pt x="569421" y="648678"/>
                  </a:cubicBezTo>
                  <a:cubicBezTo>
                    <a:pt x="578277" y="657533"/>
                    <a:pt x="591560" y="659747"/>
                    <a:pt x="602630" y="650892"/>
                  </a:cubicBezTo>
                  <a:cubicBezTo>
                    <a:pt x="618127" y="637608"/>
                    <a:pt x="631411" y="622111"/>
                    <a:pt x="640267" y="604399"/>
                  </a:cubicBezTo>
                  <a:lnTo>
                    <a:pt x="642480" y="604399"/>
                  </a:lnTo>
                  <a:cubicBezTo>
                    <a:pt x="680117" y="599971"/>
                    <a:pt x="717754" y="588902"/>
                    <a:pt x="750962" y="571191"/>
                  </a:cubicBezTo>
                  <a:cubicBezTo>
                    <a:pt x="755390" y="566763"/>
                    <a:pt x="759818" y="562335"/>
                    <a:pt x="762032" y="555693"/>
                  </a:cubicBezTo>
                  <a:cubicBezTo>
                    <a:pt x="764246" y="549051"/>
                    <a:pt x="762032" y="542410"/>
                    <a:pt x="757604" y="537982"/>
                  </a:cubicBezTo>
                  <a:cubicBezTo>
                    <a:pt x="748748" y="526912"/>
                    <a:pt x="735465" y="524698"/>
                    <a:pt x="724395" y="531340"/>
                  </a:cubicBezTo>
                  <a:cubicBezTo>
                    <a:pt x="704470" y="542410"/>
                    <a:pt x="684545" y="551265"/>
                    <a:pt x="660192" y="553479"/>
                  </a:cubicBezTo>
                  <a:cubicBezTo>
                    <a:pt x="662406" y="546837"/>
                    <a:pt x="664620" y="537982"/>
                    <a:pt x="664620" y="531340"/>
                  </a:cubicBezTo>
                  <a:cubicBezTo>
                    <a:pt x="666833" y="502559"/>
                    <a:pt x="662406" y="473778"/>
                    <a:pt x="651336" y="449425"/>
                  </a:cubicBezTo>
                  <a:cubicBezTo>
                    <a:pt x="669047" y="451639"/>
                    <a:pt x="686759" y="453853"/>
                    <a:pt x="704470" y="453853"/>
                  </a:cubicBezTo>
                  <a:cubicBezTo>
                    <a:pt x="719967" y="453853"/>
                    <a:pt x="735465" y="451639"/>
                    <a:pt x="750962" y="449425"/>
                  </a:cubicBezTo>
                  <a:cubicBezTo>
                    <a:pt x="779743" y="484848"/>
                    <a:pt x="817380" y="509201"/>
                    <a:pt x="861658" y="520270"/>
                  </a:cubicBezTo>
                  <a:cubicBezTo>
                    <a:pt x="919220" y="549051"/>
                    <a:pt x="972354" y="586688"/>
                    <a:pt x="972354" y="648678"/>
                  </a:cubicBezTo>
                  <a:cubicBezTo>
                    <a:pt x="972354" y="657533"/>
                    <a:pt x="976782" y="668603"/>
                    <a:pt x="983424" y="673031"/>
                  </a:cubicBezTo>
                  <a:cubicBezTo>
                    <a:pt x="992279" y="677459"/>
                    <a:pt x="1001135" y="677459"/>
                    <a:pt x="1009991" y="673031"/>
                  </a:cubicBezTo>
                  <a:cubicBezTo>
                    <a:pt x="1018846" y="668603"/>
                    <a:pt x="1023274" y="657533"/>
                    <a:pt x="1021060" y="648678"/>
                  </a:cubicBezTo>
                  <a:cubicBezTo>
                    <a:pt x="1021060" y="599971"/>
                    <a:pt x="998921" y="555693"/>
                    <a:pt x="961284" y="526912"/>
                  </a:cubicBezTo>
                  <a:cubicBezTo>
                    <a:pt x="992279" y="524698"/>
                    <a:pt x="1018846" y="509201"/>
                    <a:pt x="1038772" y="487062"/>
                  </a:cubicBezTo>
                  <a:cubicBezTo>
                    <a:pt x="1047627" y="475992"/>
                    <a:pt x="1045413" y="460495"/>
                    <a:pt x="1036558" y="451639"/>
                  </a:cubicBezTo>
                  <a:cubicBezTo>
                    <a:pt x="1025488" y="442783"/>
                    <a:pt x="1009991" y="444997"/>
                    <a:pt x="1001135" y="453853"/>
                  </a:cubicBezTo>
                  <a:cubicBezTo>
                    <a:pt x="990065" y="467136"/>
                    <a:pt x="961284" y="478206"/>
                    <a:pt x="919220" y="475992"/>
                  </a:cubicBezTo>
                  <a:cubicBezTo>
                    <a:pt x="877156" y="475992"/>
                    <a:pt x="835091" y="460495"/>
                    <a:pt x="804096" y="433928"/>
                  </a:cubicBezTo>
                  <a:cubicBezTo>
                    <a:pt x="839519" y="418430"/>
                    <a:pt x="870514" y="391863"/>
                    <a:pt x="890439" y="358655"/>
                  </a:cubicBezTo>
                  <a:cubicBezTo>
                    <a:pt x="897081" y="347585"/>
                    <a:pt x="892653" y="332088"/>
                    <a:pt x="881583" y="323232"/>
                  </a:cubicBezTo>
                  <a:cubicBezTo>
                    <a:pt x="870514" y="316590"/>
                    <a:pt x="855016" y="321018"/>
                    <a:pt x="848375" y="332088"/>
                  </a:cubicBezTo>
                  <a:cubicBezTo>
                    <a:pt x="810738" y="400719"/>
                    <a:pt x="731037" y="420644"/>
                    <a:pt x="604844" y="389649"/>
                  </a:cubicBezTo>
                  <a:cubicBezTo>
                    <a:pt x="633625" y="365296"/>
                    <a:pt x="646908" y="327660"/>
                    <a:pt x="642480" y="290023"/>
                  </a:cubicBezTo>
                  <a:cubicBezTo>
                    <a:pt x="642480" y="281167"/>
                    <a:pt x="638053" y="272312"/>
                    <a:pt x="629197" y="267884"/>
                  </a:cubicBezTo>
                  <a:cubicBezTo>
                    <a:pt x="620341" y="263456"/>
                    <a:pt x="611486" y="263456"/>
                    <a:pt x="602630" y="270098"/>
                  </a:cubicBezTo>
                  <a:cubicBezTo>
                    <a:pt x="593774" y="274526"/>
                    <a:pt x="591560" y="285595"/>
                    <a:pt x="591560" y="294451"/>
                  </a:cubicBezTo>
                  <a:cubicBezTo>
                    <a:pt x="593774" y="352013"/>
                    <a:pt x="562779" y="363082"/>
                    <a:pt x="511859" y="378580"/>
                  </a:cubicBezTo>
                  <a:cubicBezTo>
                    <a:pt x="505218" y="380794"/>
                    <a:pt x="496362" y="383008"/>
                    <a:pt x="489720" y="385222"/>
                  </a:cubicBezTo>
                  <a:cubicBezTo>
                    <a:pt x="476437" y="354227"/>
                    <a:pt x="447656" y="329874"/>
                    <a:pt x="414447" y="321018"/>
                  </a:cubicBezTo>
                  <a:cubicBezTo>
                    <a:pt x="405591" y="318804"/>
                    <a:pt x="396736" y="321018"/>
                    <a:pt x="390094" y="327660"/>
                  </a:cubicBezTo>
                  <a:cubicBezTo>
                    <a:pt x="383452" y="334301"/>
                    <a:pt x="381238" y="343157"/>
                    <a:pt x="383452" y="354227"/>
                  </a:cubicBezTo>
                  <a:cubicBezTo>
                    <a:pt x="385666" y="363082"/>
                    <a:pt x="392308" y="369724"/>
                    <a:pt x="403377" y="371938"/>
                  </a:cubicBezTo>
                  <a:cubicBezTo>
                    <a:pt x="421089" y="376366"/>
                    <a:pt x="434372" y="389649"/>
                    <a:pt x="443228" y="405147"/>
                  </a:cubicBezTo>
                  <a:lnTo>
                    <a:pt x="443228" y="407361"/>
                  </a:lnTo>
                  <a:cubicBezTo>
                    <a:pt x="401163" y="425072"/>
                    <a:pt x="367955" y="458281"/>
                    <a:pt x="352457" y="500345"/>
                  </a:cubicBezTo>
                  <a:cubicBezTo>
                    <a:pt x="348029" y="509201"/>
                    <a:pt x="345816" y="520270"/>
                    <a:pt x="345816" y="531340"/>
                  </a:cubicBezTo>
                  <a:cubicBezTo>
                    <a:pt x="341388" y="526912"/>
                    <a:pt x="336960" y="522484"/>
                    <a:pt x="334746" y="515843"/>
                  </a:cubicBezTo>
                  <a:cubicBezTo>
                    <a:pt x="325890" y="498131"/>
                    <a:pt x="319249" y="475992"/>
                    <a:pt x="317035" y="456067"/>
                  </a:cubicBezTo>
                  <a:cubicBezTo>
                    <a:pt x="314821" y="447211"/>
                    <a:pt x="308179" y="438356"/>
                    <a:pt x="301537" y="436142"/>
                  </a:cubicBezTo>
                  <a:cubicBezTo>
                    <a:pt x="292682" y="431714"/>
                    <a:pt x="283826" y="433928"/>
                    <a:pt x="277184" y="440569"/>
                  </a:cubicBezTo>
                  <a:cubicBezTo>
                    <a:pt x="270542" y="447211"/>
                    <a:pt x="266115" y="456067"/>
                    <a:pt x="270542" y="464923"/>
                  </a:cubicBezTo>
                  <a:cubicBezTo>
                    <a:pt x="274970" y="491490"/>
                    <a:pt x="281612" y="515843"/>
                    <a:pt x="294895" y="537982"/>
                  </a:cubicBezTo>
                  <a:cubicBezTo>
                    <a:pt x="308179" y="560121"/>
                    <a:pt x="325890" y="577832"/>
                    <a:pt x="350243" y="588902"/>
                  </a:cubicBezTo>
                  <a:cubicBezTo>
                    <a:pt x="352457" y="619897"/>
                    <a:pt x="363527" y="650892"/>
                    <a:pt x="379024" y="679672"/>
                  </a:cubicBezTo>
                  <a:cubicBezTo>
                    <a:pt x="363527" y="699598"/>
                    <a:pt x="343602" y="715095"/>
                    <a:pt x="321462" y="728379"/>
                  </a:cubicBezTo>
                  <a:cubicBezTo>
                    <a:pt x="314821" y="732806"/>
                    <a:pt x="310393" y="741662"/>
                    <a:pt x="308179" y="750518"/>
                  </a:cubicBezTo>
                  <a:cubicBezTo>
                    <a:pt x="308179" y="759373"/>
                    <a:pt x="312607" y="768229"/>
                    <a:pt x="321462" y="772657"/>
                  </a:cubicBezTo>
                  <a:cubicBezTo>
                    <a:pt x="330318" y="777085"/>
                    <a:pt x="339174" y="777085"/>
                    <a:pt x="345816" y="770443"/>
                  </a:cubicBezTo>
                  <a:cubicBezTo>
                    <a:pt x="367955" y="754946"/>
                    <a:pt x="387880" y="739448"/>
                    <a:pt x="405591" y="719523"/>
                  </a:cubicBezTo>
                  <a:cubicBezTo>
                    <a:pt x="418875" y="730593"/>
                    <a:pt x="432158" y="739448"/>
                    <a:pt x="445442" y="748304"/>
                  </a:cubicBezTo>
                  <a:cubicBezTo>
                    <a:pt x="467581" y="761587"/>
                    <a:pt x="485292" y="777085"/>
                    <a:pt x="503004" y="797010"/>
                  </a:cubicBezTo>
                  <a:cubicBezTo>
                    <a:pt x="522929" y="821363"/>
                    <a:pt x="522929" y="867855"/>
                    <a:pt x="522929" y="907706"/>
                  </a:cubicBezTo>
                  <a:lnTo>
                    <a:pt x="522929" y="1040541"/>
                  </a:lnTo>
                  <a:lnTo>
                    <a:pt x="421089" y="1040541"/>
                  </a:lnTo>
                  <a:cubicBezTo>
                    <a:pt x="421089" y="876711"/>
                    <a:pt x="341388" y="867855"/>
                    <a:pt x="332532" y="863428"/>
                  </a:cubicBezTo>
                  <a:cubicBezTo>
                    <a:pt x="299323" y="854572"/>
                    <a:pt x="212981" y="808080"/>
                    <a:pt x="193055" y="715095"/>
                  </a:cubicBezTo>
                  <a:cubicBezTo>
                    <a:pt x="190841" y="710667"/>
                    <a:pt x="190841" y="704026"/>
                    <a:pt x="190841" y="699598"/>
                  </a:cubicBezTo>
                  <a:cubicBezTo>
                    <a:pt x="153205" y="646464"/>
                    <a:pt x="155419" y="573404"/>
                    <a:pt x="197483" y="522484"/>
                  </a:cubicBezTo>
                  <a:cubicBezTo>
                    <a:pt x="193055" y="506987"/>
                    <a:pt x="190841" y="491490"/>
                    <a:pt x="190841" y="475992"/>
                  </a:cubicBezTo>
                  <a:cubicBezTo>
                    <a:pt x="190841" y="405147"/>
                    <a:pt x="241761" y="343157"/>
                    <a:pt x="312607" y="329874"/>
                  </a:cubicBezTo>
                  <a:cubicBezTo>
                    <a:pt x="334746" y="267884"/>
                    <a:pt x="392308" y="225820"/>
                    <a:pt x="456511" y="228033"/>
                  </a:cubicBezTo>
                  <a:cubicBezTo>
                    <a:pt x="467581" y="228033"/>
                    <a:pt x="480864" y="230247"/>
                    <a:pt x="491934" y="232461"/>
                  </a:cubicBezTo>
                  <a:cubicBezTo>
                    <a:pt x="518501" y="201466"/>
                    <a:pt x="556138" y="183755"/>
                    <a:pt x="598202" y="179327"/>
                  </a:cubicBezTo>
                  <a:cubicBezTo>
                    <a:pt x="640267" y="177113"/>
                    <a:pt x="680117" y="190397"/>
                    <a:pt x="711112" y="219178"/>
                  </a:cubicBezTo>
                  <a:cubicBezTo>
                    <a:pt x="750962" y="192611"/>
                    <a:pt x="799668" y="185969"/>
                    <a:pt x="843947" y="199253"/>
                  </a:cubicBezTo>
                  <a:cubicBezTo>
                    <a:pt x="890439" y="212536"/>
                    <a:pt x="925862" y="247959"/>
                    <a:pt x="941359" y="292237"/>
                  </a:cubicBezTo>
                  <a:lnTo>
                    <a:pt x="950215" y="292237"/>
                  </a:lnTo>
                  <a:cubicBezTo>
                    <a:pt x="1034344" y="292237"/>
                    <a:pt x="1100761" y="358655"/>
                    <a:pt x="1102975" y="442783"/>
                  </a:cubicBezTo>
                  <a:lnTo>
                    <a:pt x="1102975" y="449425"/>
                  </a:lnTo>
                  <a:cubicBezTo>
                    <a:pt x="1153895" y="478206"/>
                    <a:pt x="1182676" y="533554"/>
                    <a:pt x="1178248" y="591116"/>
                  </a:cubicBezTo>
                  <a:cubicBezTo>
                    <a:pt x="1160537" y="668603"/>
                    <a:pt x="1091905" y="728379"/>
                    <a:pt x="1012204" y="726165"/>
                  </a:cubicBezTo>
                  <a:close/>
                  <a:moveTo>
                    <a:pt x="1483769" y="958626"/>
                  </a:moveTo>
                  <a:lnTo>
                    <a:pt x="1331008" y="695170"/>
                  </a:lnTo>
                  <a:lnTo>
                    <a:pt x="1331008" y="686314"/>
                  </a:lnTo>
                  <a:cubicBezTo>
                    <a:pt x="1339864" y="442783"/>
                    <a:pt x="1215885" y="214750"/>
                    <a:pt x="1005563" y="92985"/>
                  </a:cubicBezTo>
                  <a:cubicBezTo>
                    <a:pt x="795241" y="-30995"/>
                    <a:pt x="536212" y="-30995"/>
                    <a:pt x="325890" y="92985"/>
                  </a:cubicBezTo>
                  <a:cubicBezTo>
                    <a:pt x="115568" y="214750"/>
                    <a:pt x="-8411" y="442783"/>
                    <a:pt x="445" y="686314"/>
                  </a:cubicBezTo>
                  <a:cubicBezTo>
                    <a:pt x="445" y="894422"/>
                    <a:pt x="95643" y="1091461"/>
                    <a:pt x="261687" y="1217654"/>
                  </a:cubicBezTo>
                  <a:lnTo>
                    <a:pt x="261687" y="1771133"/>
                  </a:lnTo>
                  <a:lnTo>
                    <a:pt x="961284" y="1771133"/>
                  </a:lnTo>
                  <a:lnTo>
                    <a:pt x="961284" y="1507677"/>
                  </a:lnTo>
                  <a:lnTo>
                    <a:pt x="1069766" y="1507677"/>
                  </a:lnTo>
                  <a:cubicBezTo>
                    <a:pt x="1140612" y="1507677"/>
                    <a:pt x="1207029" y="1481110"/>
                    <a:pt x="1255735" y="1430190"/>
                  </a:cubicBezTo>
                  <a:cubicBezTo>
                    <a:pt x="1304442" y="1381484"/>
                    <a:pt x="1331008" y="1312853"/>
                    <a:pt x="1331008" y="1244221"/>
                  </a:cubicBezTo>
                  <a:lnTo>
                    <a:pt x="1331008" y="1111386"/>
                  </a:lnTo>
                  <a:lnTo>
                    <a:pt x="1428421" y="1111386"/>
                  </a:lnTo>
                  <a:cubicBezTo>
                    <a:pt x="1485983" y="1106958"/>
                    <a:pt x="1536903" y="1040541"/>
                    <a:pt x="1483769" y="958626"/>
                  </a:cubicBezTo>
                  <a:close/>
                </a:path>
              </a:pathLst>
            </a:custGeom>
            <a:gradFill>
              <a:gsLst>
                <a:gs pos="0">
                  <a:srgbClr val="4076E8"/>
                </a:gs>
                <a:gs pos="100000">
                  <a:srgbClr val="40D3E2"/>
                </a:gs>
              </a:gsLst>
              <a:lin ang="13200000" scaled="0"/>
            </a:gradFill>
            <a:ln w="22126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3397008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</TotalTime>
  <Words>28</Words>
  <Application>Microsoft Office PowerPoint</Application>
  <PresentationFormat>自定义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MiSans</vt:lpstr>
      <vt:lpstr>Arial</vt:lpstr>
      <vt:lpstr>Calibri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Junpgle .</dc:creator>
  <cp:lastModifiedBy>Junpgle .</cp:lastModifiedBy>
  <cp:revision>9</cp:revision>
  <dcterms:created xsi:type="dcterms:W3CDTF">2023-08-09T12:44:00Z</dcterms:created>
  <dcterms:modified xsi:type="dcterms:W3CDTF">2026-04-05T12:56:19Z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